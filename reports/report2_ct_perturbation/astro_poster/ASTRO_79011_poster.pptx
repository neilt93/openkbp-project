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sldIdLst>
    <p:sldId id="256" r:id="rId2"/>
  </p:sldIdLst>
  <p:sldSz cx="40233600" cy="402336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672">
          <p15:clr>
            <a:srgbClr val="A4A3A4"/>
          </p15:clr>
        </p15:guide>
        <p15:guide id="2" pos="1267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rista Stiles" initials="CS" lastIdx="1" clrIdx="0">
    <p:extLst>
      <p:ext uri="{19B8F6BF-5375-455C-9EA6-DF929625EA0E}">
        <p15:presenceInfo xmlns:p15="http://schemas.microsoft.com/office/powerpoint/2012/main" userId="b35202bb27e0eab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6EA4"/>
    <a:srgbClr val="EAEAEA"/>
    <a:srgbClr val="FFFFFF"/>
    <a:srgbClr val="006699"/>
    <a:srgbClr val="CCECFF"/>
    <a:srgbClr val="F8F8F8"/>
    <a:srgbClr val="FFFF66"/>
    <a:srgbClr val="003A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76" autoAdjust="0"/>
  </p:normalViewPr>
  <p:slideViewPr>
    <p:cSldViewPr>
      <p:cViewPr>
        <p:scale>
          <a:sx n="40" d="100"/>
          <a:sy n="40" d="100"/>
        </p:scale>
        <p:origin x="-3618" y="-5214"/>
      </p:cViewPr>
      <p:guideLst>
        <p:guide orient="horz" pos="12672"/>
        <p:guide pos="1267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commentAuthors" Target="commentAuthors.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6AE41-977B-4766-9D8E-062B15225330}"/>
              </a:ext>
            </a:extLst>
          </p:cNvPr>
          <p:cNvSpPr>
            <a:spLocks noGrp="1"/>
          </p:cNvSpPr>
          <p:nvPr>
            <p:ph type="ctrTitle"/>
          </p:nvPr>
        </p:nvSpPr>
        <p:spPr>
          <a:xfrm>
            <a:off x="5029200" y="6584530"/>
            <a:ext cx="30175200" cy="14007253"/>
          </a:xfrm>
        </p:spPr>
        <p:txBody>
          <a:bodyPr anchor="b"/>
          <a:lstStyle>
            <a:lvl1pPr algn="ctr">
              <a:defRPr sz="19800"/>
            </a:lvl1pPr>
          </a:lstStyle>
          <a:p>
            <a:r>
              <a:rPr lang="en-US"/>
              <a:t>Click to edit Master title style</a:t>
            </a:r>
          </a:p>
        </p:txBody>
      </p:sp>
      <p:sp>
        <p:nvSpPr>
          <p:cNvPr id="3" name="Subtitle 2">
            <a:extLst>
              <a:ext uri="{FF2B5EF4-FFF2-40B4-BE49-F238E27FC236}">
                <a16:creationId xmlns:a16="http://schemas.microsoft.com/office/drawing/2014/main" id="{672D275C-6EF9-4B15-B6CA-159E1CF0FF89}"/>
              </a:ext>
            </a:extLst>
          </p:cNvPr>
          <p:cNvSpPr>
            <a:spLocks noGrp="1"/>
          </p:cNvSpPr>
          <p:nvPr>
            <p:ph type="subTitle" idx="1"/>
          </p:nvPr>
        </p:nvSpPr>
        <p:spPr>
          <a:xfrm>
            <a:off x="5029200" y="21131956"/>
            <a:ext cx="30175200" cy="9713804"/>
          </a:xfrm>
        </p:spPr>
        <p:txBody>
          <a:bodyPr/>
          <a:lstStyle>
            <a:lvl1pPr marL="0" indent="0" algn="ctr">
              <a:buNone/>
              <a:defRPr sz="7920"/>
            </a:lvl1pPr>
            <a:lvl2pPr marL="1508760" indent="0" algn="ctr">
              <a:buNone/>
              <a:defRPr sz="6600"/>
            </a:lvl2pPr>
            <a:lvl3pPr marL="3017520" indent="0" algn="ctr">
              <a:buNone/>
              <a:defRPr sz="5940"/>
            </a:lvl3pPr>
            <a:lvl4pPr marL="4526280" indent="0" algn="ctr">
              <a:buNone/>
              <a:defRPr sz="5280"/>
            </a:lvl4pPr>
            <a:lvl5pPr marL="6035040" indent="0" algn="ctr">
              <a:buNone/>
              <a:defRPr sz="5280"/>
            </a:lvl5pPr>
            <a:lvl6pPr marL="7543800" indent="0" algn="ctr">
              <a:buNone/>
              <a:defRPr sz="5280"/>
            </a:lvl6pPr>
            <a:lvl7pPr marL="9052560" indent="0" algn="ctr">
              <a:buNone/>
              <a:defRPr sz="5280"/>
            </a:lvl7pPr>
            <a:lvl8pPr marL="10561320" indent="0" algn="ctr">
              <a:buNone/>
              <a:defRPr sz="5280"/>
            </a:lvl8pPr>
            <a:lvl9pPr marL="12070080" indent="0" algn="ctr">
              <a:buNone/>
              <a:defRPr sz="5280"/>
            </a:lvl9pPr>
          </a:lstStyle>
          <a:p>
            <a:r>
              <a:rPr lang="en-US"/>
              <a:t>Click to edit Master subtitle style</a:t>
            </a:r>
          </a:p>
        </p:txBody>
      </p:sp>
      <p:sp>
        <p:nvSpPr>
          <p:cNvPr id="4" name="Date Placeholder 3">
            <a:extLst>
              <a:ext uri="{FF2B5EF4-FFF2-40B4-BE49-F238E27FC236}">
                <a16:creationId xmlns:a16="http://schemas.microsoft.com/office/drawing/2014/main" id="{4703AB26-CF12-4972-82BC-B29BB41D7672}"/>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5" name="Footer Placeholder 4">
            <a:extLst>
              <a:ext uri="{FF2B5EF4-FFF2-40B4-BE49-F238E27FC236}">
                <a16:creationId xmlns:a16="http://schemas.microsoft.com/office/drawing/2014/main" id="{B0923CD8-BE7E-4750-9069-0EF3E70022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0A0FFC-A8BE-4334-8CED-813021EFD436}"/>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1628603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388C3-D88A-46AD-A951-6E2E2C3771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809B76-75B0-4452-BB11-9E7D9060D33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426EE5-E33F-41EF-9428-8EDDE4B2042E}"/>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5" name="Footer Placeholder 4">
            <a:extLst>
              <a:ext uri="{FF2B5EF4-FFF2-40B4-BE49-F238E27FC236}">
                <a16:creationId xmlns:a16="http://schemas.microsoft.com/office/drawing/2014/main" id="{DD952F4A-EC4E-4F11-9B95-0CE7959B9B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66BC9A-9463-41C5-B3F4-FF75EE4A3566}"/>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286912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8BBEA-D35E-43C5-9A73-C39007CB4D90}"/>
              </a:ext>
            </a:extLst>
          </p:cNvPr>
          <p:cNvSpPr>
            <a:spLocks noGrp="1"/>
          </p:cNvSpPr>
          <p:nvPr>
            <p:ph type="title"/>
          </p:nvPr>
        </p:nvSpPr>
        <p:spPr>
          <a:xfrm>
            <a:off x="2745105" y="10030466"/>
            <a:ext cx="34701480" cy="16736057"/>
          </a:xfrm>
        </p:spPr>
        <p:txBody>
          <a:bodyPr anchor="b"/>
          <a:lstStyle>
            <a:lvl1pPr>
              <a:defRPr sz="19800"/>
            </a:lvl1pPr>
          </a:lstStyle>
          <a:p>
            <a:r>
              <a:rPr lang="en-US"/>
              <a:t>Click to edit Master title style</a:t>
            </a:r>
          </a:p>
        </p:txBody>
      </p:sp>
      <p:sp>
        <p:nvSpPr>
          <p:cNvPr id="3" name="Text Placeholder 2">
            <a:extLst>
              <a:ext uri="{FF2B5EF4-FFF2-40B4-BE49-F238E27FC236}">
                <a16:creationId xmlns:a16="http://schemas.microsoft.com/office/drawing/2014/main" id="{86D0ACA4-3353-4533-B548-D5F6BE946597}"/>
              </a:ext>
            </a:extLst>
          </p:cNvPr>
          <p:cNvSpPr>
            <a:spLocks noGrp="1"/>
          </p:cNvSpPr>
          <p:nvPr>
            <p:ph type="body" idx="1"/>
          </p:nvPr>
        </p:nvSpPr>
        <p:spPr>
          <a:xfrm>
            <a:off x="2745105" y="26924853"/>
            <a:ext cx="34701480" cy="8801097"/>
          </a:xfrm>
        </p:spPr>
        <p:txBody>
          <a:bodyPr/>
          <a:lstStyle>
            <a:lvl1pPr marL="0" indent="0">
              <a:buNone/>
              <a:defRPr sz="7920">
                <a:solidFill>
                  <a:schemeClr val="tx1">
                    <a:tint val="75000"/>
                  </a:schemeClr>
                </a:solidFill>
              </a:defRPr>
            </a:lvl1pPr>
            <a:lvl2pPr marL="1508760" indent="0">
              <a:buNone/>
              <a:defRPr sz="6600">
                <a:solidFill>
                  <a:schemeClr val="tx1">
                    <a:tint val="75000"/>
                  </a:schemeClr>
                </a:solidFill>
              </a:defRPr>
            </a:lvl2pPr>
            <a:lvl3pPr marL="3017520" indent="0">
              <a:buNone/>
              <a:defRPr sz="5940">
                <a:solidFill>
                  <a:schemeClr val="tx1">
                    <a:tint val="75000"/>
                  </a:schemeClr>
                </a:solidFill>
              </a:defRPr>
            </a:lvl3pPr>
            <a:lvl4pPr marL="4526280" indent="0">
              <a:buNone/>
              <a:defRPr sz="5280">
                <a:solidFill>
                  <a:schemeClr val="tx1">
                    <a:tint val="75000"/>
                  </a:schemeClr>
                </a:solidFill>
              </a:defRPr>
            </a:lvl4pPr>
            <a:lvl5pPr marL="6035040" indent="0">
              <a:buNone/>
              <a:defRPr sz="5280">
                <a:solidFill>
                  <a:schemeClr val="tx1">
                    <a:tint val="75000"/>
                  </a:schemeClr>
                </a:solidFill>
              </a:defRPr>
            </a:lvl5pPr>
            <a:lvl6pPr marL="7543800" indent="0">
              <a:buNone/>
              <a:defRPr sz="5280">
                <a:solidFill>
                  <a:schemeClr val="tx1">
                    <a:tint val="75000"/>
                  </a:schemeClr>
                </a:solidFill>
              </a:defRPr>
            </a:lvl6pPr>
            <a:lvl7pPr marL="9052560" indent="0">
              <a:buNone/>
              <a:defRPr sz="5280">
                <a:solidFill>
                  <a:schemeClr val="tx1">
                    <a:tint val="75000"/>
                  </a:schemeClr>
                </a:solidFill>
              </a:defRPr>
            </a:lvl7pPr>
            <a:lvl8pPr marL="10561320" indent="0">
              <a:buNone/>
              <a:defRPr sz="5280">
                <a:solidFill>
                  <a:schemeClr val="tx1">
                    <a:tint val="75000"/>
                  </a:schemeClr>
                </a:solidFill>
              </a:defRPr>
            </a:lvl8pPr>
            <a:lvl9pPr marL="12070080" indent="0">
              <a:buNone/>
              <a:defRPr sz="528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2D57A92-2528-43F7-9A2E-01D31E7CEA35}"/>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5" name="Footer Placeholder 4">
            <a:extLst>
              <a:ext uri="{FF2B5EF4-FFF2-40B4-BE49-F238E27FC236}">
                <a16:creationId xmlns:a16="http://schemas.microsoft.com/office/drawing/2014/main" id="{216BEDF0-54FE-4DE1-88D1-91E17C7EA9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BBF6A8-23E2-492B-9EF4-2D34D4417E0D}"/>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145544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8D39A-D483-4707-B145-6C2AEF05A7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B06AD5-6A9B-440D-9EE1-896B802788D9}"/>
              </a:ext>
            </a:extLst>
          </p:cNvPr>
          <p:cNvSpPr>
            <a:spLocks noGrp="1"/>
          </p:cNvSpPr>
          <p:nvPr>
            <p:ph sz="half" idx="1"/>
          </p:nvPr>
        </p:nvSpPr>
        <p:spPr>
          <a:xfrm>
            <a:off x="2766060" y="10710333"/>
            <a:ext cx="17099280" cy="255278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037028-172E-4796-B423-A2B992EBB1E2}"/>
              </a:ext>
            </a:extLst>
          </p:cNvPr>
          <p:cNvSpPr>
            <a:spLocks noGrp="1"/>
          </p:cNvSpPr>
          <p:nvPr>
            <p:ph sz="half" idx="2"/>
          </p:nvPr>
        </p:nvSpPr>
        <p:spPr>
          <a:xfrm>
            <a:off x="20368260" y="10710333"/>
            <a:ext cx="17099280" cy="255278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88B7E5-342F-45A2-B9BE-EE15D204E576}"/>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6" name="Footer Placeholder 5">
            <a:extLst>
              <a:ext uri="{FF2B5EF4-FFF2-40B4-BE49-F238E27FC236}">
                <a16:creationId xmlns:a16="http://schemas.microsoft.com/office/drawing/2014/main" id="{EADCB955-9574-4DAA-AF05-5BAC9340E0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0B01A3-513F-47DD-B58E-63C153561387}"/>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1530258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F0810-0CF5-4A47-86F3-1A95C0275295}"/>
              </a:ext>
            </a:extLst>
          </p:cNvPr>
          <p:cNvSpPr>
            <a:spLocks noGrp="1"/>
          </p:cNvSpPr>
          <p:nvPr>
            <p:ph type="title"/>
          </p:nvPr>
        </p:nvSpPr>
        <p:spPr>
          <a:xfrm>
            <a:off x="2771300" y="2142070"/>
            <a:ext cx="34701480" cy="7776636"/>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F0A303-5E56-49AB-AFFF-681167C6EF80}"/>
              </a:ext>
            </a:extLst>
          </p:cNvPr>
          <p:cNvSpPr>
            <a:spLocks noGrp="1"/>
          </p:cNvSpPr>
          <p:nvPr>
            <p:ph type="body" idx="1"/>
          </p:nvPr>
        </p:nvSpPr>
        <p:spPr>
          <a:xfrm>
            <a:off x="2771302" y="9862823"/>
            <a:ext cx="17020697" cy="4833617"/>
          </a:xfrm>
        </p:spPr>
        <p:txBody>
          <a:bodyPr anchor="b"/>
          <a:lstStyle>
            <a:lvl1pPr marL="0" indent="0">
              <a:buNone/>
              <a:defRPr sz="7920" b="1"/>
            </a:lvl1pPr>
            <a:lvl2pPr marL="1508760" indent="0">
              <a:buNone/>
              <a:defRPr sz="6600" b="1"/>
            </a:lvl2pPr>
            <a:lvl3pPr marL="3017520" indent="0">
              <a:buNone/>
              <a:defRPr sz="5940" b="1"/>
            </a:lvl3pPr>
            <a:lvl4pPr marL="4526280" indent="0">
              <a:buNone/>
              <a:defRPr sz="5280" b="1"/>
            </a:lvl4pPr>
            <a:lvl5pPr marL="6035040" indent="0">
              <a:buNone/>
              <a:defRPr sz="5280" b="1"/>
            </a:lvl5pPr>
            <a:lvl6pPr marL="7543800" indent="0">
              <a:buNone/>
              <a:defRPr sz="5280" b="1"/>
            </a:lvl6pPr>
            <a:lvl7pPr marL="9052560" indent="0">
              <a:buNone/>
              <a:defRPr sz="5280" b="1"/>
            </a:lvl7pPr>
            <a:lvl8pPr marL="10561320" indent="0">
              <a:buNone/>
              <a:defRPr sz="5280" b="1"/>
            </a:lvl8pPr>
            <a:lvl9pPr marL="12070080" indent="0">
              <a:buNone/>
              <a:defRPr sz="5280" b="1"/>
            </a:lvl9pPr>
          </a:lstStyle>
          <a:p>
            <a:pPr lvl="0"/>
            <a:r>
              <a:rPr lang="en-US"/>
              <a:t>Edit Master text styles</a:t>
            </a:r>
          </a:p>
        </p:txBody>
      </p:sp>
      <p:sp>
        <p:nvSpPr>
          <p:cNvPr id="4" name="Content Placeholder 3">
            <a:extLst>
              <a:ext uri="{FF2B5EF4-FFF2-40B4-BE49-F238E27FC236}">
                <a16:creationId xmlns:a16="http://schemas.microsoft.com/office/drawing/2014/main" id="{32756A75-7E6A-4C85-9E0E-71EB92231349}"/>
              </a:ext>
            </a:extLst>
          </p:cNvPr>
          <p:cNvSpPr>
            <a:spLocks noGrp="1"/>
          </p:cNvSpPr>
          <p:nvPr>
            <p:ph sz="half" idx="2"/>
          </p:nvPr>
        </p:nvSpPr>
        <p:spPr>
          <a:xfrm>
            <a:off x="2771302" y="14696440"/>
            <a:ext cx="17020697" cy="216162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C4CAB8-163C-4AB2-9361-36E9078CF246}"/>
              </a:ext>
            </a:extLst>
          </p:cNvPr>
          <p:cNvSpPr>
            <a:spLocks noGrp="1"/>
          </p:cNvSpPr>
          <p:nvPr>
            <p:ph type="body" sz="quarter" idx="3"/>
          </p:nvPr>
        </p:nvSpPr>
        <p:spPr>
          <a:xfrm>
            <a:off x="20368260" y="9862823"/>
            <a:ext cx="17104520" cy="4833617"/>
          </a:xfrm>
        </p:spPr>
        <p:txBody>
          <a:bodyPr anchor="b"/>
          <a:lstStyle>
            <a:lvl1pPr marL="0" indent="0">
              <a:buNone/>
              <a:defRPr sz="7920" b="1"/>
            </a:lvl1pPr>
            <a:lvl2pPr marL="1508760" indent="0">
              <a:buNone/>
              <a:defRPr sz="6600" b="1"/>
            </a:lvl2pPr>
            <a:lvl3pPr marL="3017520" indent="0">
              <a:buNone/>
              <a:defRPr sz="5940" b="1"/>
            </a:lvl3pPr>
            <a:lvl4pPr marL="4526280" indent="0">
              <a:buNone/>
              <a:defRPr sz="5280" b="1"/>
            </a:lvl4pPr>
            <a:lvl5pPr marL="6035040" indent="0">
              <a:buNone/>
              <a:defRPr sz="5280" b="1"/>
            </a:lvl5pPr>
            <a:lvl6pPr marL="7543800" indent="0">
              <a:buNone/>
              <a:defRPr sz="5280" b="1"/>
            </a:lvl6pPr>
            <a:lvl7pPr marL="9052560" indent="0">
              <a:buNone/>
              <a:defRPr sz="5280" b="1"/>
            </a:lvl7pPr>
            <a:lvl8pPr marL="10561320" indent="0">
              <a:buNone/>
              <a:defRPr sz="5280" b="1"/>
            </a:lvl8pPr>
            <a:lvl9pPr marL="12070080" indent="0">
              <a:buNone/>
              <a:defRPr sz="5280" b="1"/>
            </a:lvl9pPr>
          </a:lstStyle>
          <a:p>
            <a:pPr lvl="0"/>
            <a:r>
              <a:rPr lang="en-US"/>
              <a:t>Edit Master text styles</a:t>
            </a:r>
          </a:p>
        </p:txBody>
      </p:sp>
      <p:sp>
        <p:nvSpPr>
          <p:cNvPr id="6" name="Content Placeholder 5">
            <a:extLst>
              <a:ext uri="{FF2B5EF4-FFF2-40B4-BE49-F238E27FC236}">
                <a16:creationId xmlns:a16="http://schemas.microsoft.com/office/drawing/2014/main" id="{EF8391A2-1479-4384-91C2-FB007643D487}"/>
              </a:ext>
            </a:extLst>
          </p:cNvPr>
          <p:cNvSpPr>
            <a:spLocks noGrp="1"/>
          </p:cNvSpPr>
          <p:nvPr>
            <p:ph sz="quarter" idx="4"/>
          </p:nvPr>
        </p:nvSpPr>
        <p:spPr>
          <a:xfrm>
            <a:off x="20368260" y="14696440"/>
            <a:ext cx="17104520" cy="216162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E1354C-9244-4377-B9C1-8F12A7AFE139}"/>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8" name="Footer Placeholder 7">
            <a:extLst>
              <a:ext uri="{FF2B5EF4-FFF2-40B4-BE49-F238E27FC236}">
                <a16:creationId xmlns:a16="http://schemas.microsoft.com/office/drawing/2014/main" id="{2B667047-8FAB-4ED5-8D7F-278E04E86A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4AA354-655A-4F94-87A0-B4BCEC92AE87}"/>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796861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D079B-C228-430A-9F49-44DB09939A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1E05A7-434D-457C-A595-88E05BE86C63}"/>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4" name="Footer Placeholder 3">
            <a:extLst>
              <a:ext uri="{FF2B5EF4-FFF2-40B4-BE49-F238E27FC236}">
                <a16:creationId xmlns:a16="http://schemas.microsoft.com/office/drawing/2014/main" id="{4EC0374A-4F79-4CAA-BA82-77BDBB2203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D50CA2-6CE8-464A-9064-FFFA49D28982}"/>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108035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C5C589-C9A3-4CA5-B14F-5F4411610134}"/>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3" name="Footer Placeholder 2">
            <a:extLst>
              <a:ext uri="{FF2B5EF4-FFF2-40B4-BE49-F238E27FC236}">
                <a16:creationId xmlns:a16="http://schemas.microsoft.com/office/drawing/2014/main" id="{0B8B5F20-988F-4544-AF56-93F282FC31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F86342-04D3-4183-B597-DE9FE76CEB20}"/>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3721283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8238A-575F-48BC-9F63-FCBA61EA56B2}"/>
              </a:ext>
            </a:extLst>
          </p:cNvPr>
          <p:cNvSpPr>
            <a:spLocks noGrp="1"/>
          </p:cNvSpPr>
          <p:nvPr>
            <p:ph type="title"/>
          </p:nvPr>
        </p:nvSpPr>
        <p:spPr>
          <a:xfrm>
            <a:off x="2771302" y="2682240"/>
            <a:ext cx="12976382" cy="9387840"/>
          </a:xfrm>
        </p:spPr>
        <p:txBody>
          <a:bodyPr anchor="b"/>
          <a:lstStyle>
            <a:lvl1pPr>
              <a:defRPr sz="10560"/>
            </a:lvl1pPr>
          </a:lstStyle>
          <a:p>
            <a:r>
              <a:rPr lang="en-US"/>
              <a:t>Click to edit Master title style</a:t>
            </a:r>
          </a:p>
        </p:txBody>
      </p:sp>
      <p:sp>
        <p:nvSpPr>
          <p:cNvPr id="3" name="Content Placeholder 2">
            <a:extLst>
              <a:ext uri="{FF2B5EF4-FFF2-40B4-BE49-F238E27FC236}">
                <a16:creationId xmlns:a16="http://schemas.microsoft.com/office/drawing/2014/main" id="{FEE4D694-F094-4941-88ED-CAC7E7A2B8D1}"/>
              </a:ext>
            </a:extLst>
          </p:cNvPr>
          <p:cNvSpPr>
            <a:spLocks noGrp="1"/>
          </p:cNvSpPr>
          <p:nvPr>
            <p:ph idx="1"/>
          </p:nvPr>
        </p:nvSpPr>
        <p:spPr>
          <a:xfrm>
            <a:off x="17104520" y="5792896"/>
            <a:ext cx="20368260" cy="28591933"/>
          </a:xfrm>
        </p:spPr>
        <p:txBody>
          <a:bodyPr/>
          <a:lstStyle>
            <a:lvl1pPr>
              <a:defRPr sz="10560"/>
            </a:lvl1pPr>
            <a:lvl2pPr>
              <a:defRPr sz="9240"/>
            </a:lvl2pPr>
            <a:lvl3pPr>
              <a:defRPr sz="7920"/>
            </a:lvl3pPr>
            <a:lvl4pPr>
              <a:defRPr sz="6600"/>
            </a:lvl4pPr>
            <a:lvl5pPr>
              <a:defRPr sz="6600"/>
            </a:lvl5pPr>
            <a:lvl6pPr>
              <a:defRPr sz="6600"/>
            </a:lvl6pPr>
            <a:lvl7pPr>
              <a:defRPr sz="6600"/>
            </a:lvl7pPr>
            <a:lvl8pPr>
              <a:defRPr sz="6600"/>
            </a:lvl8pPr>
            <a:lvl9pPr>
              <a:defRPr sz="6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97F101-8487-42C9-9853-96A0F275F294}"/>
              </a:ext>
            </a:extLst>
          </p:cNvPr>
          <p:cNvSpPr>
            <a:spLocks noGrp="1"/>
          </p:cNvSpPr>
          <p:nvPr>
            <p:ph type="body" sz="half" idx="2"/>
          </p:nvPr>
        </p:nvSpPr>
        <p:spPr>
          <a:xfrm>
            <a:off x="2771302" y="12070080"/>
            <a:ext cx="12976382" cy="22361316"/>
          </a:xfrm>
        </p:spPr>
        <p:txBody>
          <a:bodyPr/>
          <a:lstStyle>
            <a:lvl1pPr marL="0" indent="0">
              <a:buNone/>
              <a:defRPr sz="5280"/>
            </a:lvl1pPr>
            <a:lvl2pPr marL="1508760" indent="0">
              <a:buNone/>
              <a:defRPr sz="4620"/>
            </a:lvl2pPr>
            <a:lvl3pPr marL="3017520" indent="0">
              <a:buNone/>
              <a:defRPr sz="3960"/>
            </a:lvl3pPr>
            <a:lvl4pPr marL="4526280" indent="0">
              <a:buNone/>
              <a:defRPr sz="3300"/>
            </a:lvl4pPr>
            <a:lvl5pPr marL="6035040" indent="0">
              <a:buNone/>
              <a:defRPr sz="3300"/>
            </a:lvl5pPr>
            <a:lvl6pPr marL="7543800" indent="0">
              <a:buNone/>
              <a:defRPr sz="3300"/>
            </a:lvl6pPr>
            <a:lvl7pPr marL="9052560" indent="0">
              <a:buNone/>
              <a:defRPr sz="3300"/>
            </a:lvl7pPr>
            <a:lvl8pPr marL="10561320" indent="0">
              <a:buNone/>
              <a:defRPr sz="3300"/>
            </a:lvl8pPr>
            <a:lvl9pPr marL="12070080" indent="0">
              <a:buNone/>
              <a:defRPr sz="3300"/>
            </a:lvl9pPr>
          </a:lstStyle>
          <a:p>
            <a:pPr lvl="0"/>
            <a:r>
              <a:rPr lang="en-US"/>
              <a:t>Edit Master text styles</a:t>
            </a:r>
          </a:p>
        </p:txBody>
      </p:sp>
      <p:sp>
        <p:nvSpPr>
          <p:cNvPr id="5" name="Date Placeholder 4">
            <a:extLst>
              <a:ext uri="{FF2B5EF4-FFF2-40B4-BE49-F238E27FC236}">
                <a16:creationId xmlns:a16="http://schemas.microsoft.com/office/drawing/2014/main" id="{1D6F9F74-D350-4CEA-87B7-4F8EF2A38F28}"/>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6" name="Footer Placeholder 5">
            <a:extLst>
              <a:ext uri="{FF2B5EF4-FFF2-40B4-BE49-F238E27FC236}">
                <a16:creationId xmlns:a16="http://schemas.microsoft.com/office/drawing/2014/main" id="{7D2F3CE2-1FF9-4E3B-B77F-10F6A85E73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E59DAF-84F0-4FDA-A9E2-6FC11D24482D}"/>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3939653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8E05C-8A4D-46CB-A0F6-701700CC87C6}"/>
              </a:ext>
            </a:extLst>
          </p:cNvPr>
          <p:cNvSpPr>
            <a:spLocks noGrp="1"/>
          </p:cNvSpPr>
          <p:nvPr>
            <p:ph type="title"/>
          </p:nvPr>
        </p:nvSpPr>
        <p:spPr>
          <a:xfrm>
            <a:off x="2771302" y="2682240"/>
            <a:ext cx="12976382" cy="9387840"/>
          </a:xfrm>
        </p:spPr>
        <p:txBody>
          <a:bodyPr anchor="b"/>
          <a:lstStyle>
            <a:lvl1pPr>
              <a:defRPr sz="10560"/>
            </a:lvl1pPr>
          </a:lstStyle>
          <a:p>
            <a:r>
              <a:rPr lang="en-US"/>
              <a:t>Click to edit Master title style</a:t>
            </a:r>
          </a:p>
        </p:txBody>
      </p:sp>
      <p:sp>
        <p:nvSpPr>
          <p:cNvPr id="3" name="Picture Placeholder 2">
            <a:extLst>
              <a:ext uri="{FF2B5EF4-FFF2-40B4-BE49-F238E27FC236}">
                <a16:creationId xmlns:a16="http://schemas.microsoft.com/office/drawing/2014/main" id="{B9E0107F-3F28-44BD-8FA8-4B8BBA15B9CF}"/>
              </a:ext>
            </a:extLst>
          </p:cNvPr>
          <p:cNvSpPr>
            <a:spLocks noGrp="1"/>
          </p:cNvSpPr>
          <p:nvPr>
            <p:ph type="pic" idx="1"/>
          </p:nvPr>
        </p:nvSpPr>
        <p:spPr>
          <a:xfrm>
            <a:off x="17104520" y="5792896"/>
            <a:ext cx="20368260" cy="28591933"/>
          </a:xfrm>
        </p:spPr>
        <p:txBody>
          <a:bodyPr/>
          <a:lstStyle>
            <a:lvl1pPr marL="0" indent="0">
              <a:buNone/>
              <a:defRPr sz="10560"/>
            </a:lvl1pPr>
            <a:lvl2pPr marL="1508760" indent="0">
              <a:buNone/>
              <a:defRPr sz="9240"/>
            </a:lvl2pPr>
            <a:lvl3pPr marL="3017520" indent="0">
              <a:buNone/>
              <a:defRPr sz="7920"/>
            </a:lvl3pPr>
            <a:lvl4pPr marL="4526280" indent="0">
              <a:buNone/>
              <a:defRPr sz="6600"/>
            </a:lvl4pPr>
            <a:lvl5pPr marL="6035040" indent="0">
              <a:buNone/>
              <a:defRPr sz="6600"/>
            </a:lvl5pPr>
            <a:lvl6pPr marL="7543800" indent="0">
              <a:buNone/>
              <a:defRPr sz="6600"/>
            </a:lvl6pPr>
            <a:lvl7pPr marL="9052560" indent="0">
              <a:buNone/>
              <a:defRPr sz="6600"/>
            </a:lvl7pPr>
            <a:lvl8pPr marL="10561320" indent="0">
              <a:buNone/>
              <a:defRPr sz="6600"/>
            </a:lvl8pPr>
            <a:lvl9pPr marL="12070080" indent="0">
              <a:buNone/>
              <a:defRPr sz="6600"/>
            </a:lvl9pPr>
          </a:lstStyle>
          <a:p>
            <a:endParaRPr lang="en-US"/>
          </a:p>
        </p:txBody>
      </p:sp>
      <p:sp>
        <p:nvSpPr>
          <p:cNvPr id="4" name="Text Placeholder 3">
            <a:extLst>
              <a:ext uri="{FF2B5EF4-FFF2-40B4-BE49-F238E27FC236}">
                <a16:creationId xmlns:a16="http://schemas.microsoft.com/office/drawing/2014/main" id="{70DE2F50-7EE1-4C0C-A001-2424D2EA0BA3}"/>
              </a:ext>
            </a:extLst>
          </p:cNvPr>
          <p:cNvSpPr>
            <a:spLocks noGrp="1"/>
          </p:cNvSpPr>
          <p:nvPr>
            <p:ph type="body" sz="half" idx="2"/>
          </p:nvPr>
        </p:nvSpPr>
        <p:spPr>
          <a:xfrm>
            <a:off x="2771302" y="12070080"/>
            <a:ext cx="12976382" cy="22361316"/>
          </a:xfrm>
        </p:spPr>
        <p:txBody>
          <a:bodyPr/>
          <a:lstStyle>
            <a:lvl1pPr marL="0" indent="0">
              <a:buNone/>
              <a:defRPr sz="5280"/>
            </a:lvl1pPr>
            <a:lvl2pPr marL="1508760" indent="0">
              <a:buNone/>
              <a:defRPr sz="4620"/>
            </a:lvl2pPr>
            <a:lvl3pPr marL="3017520" indent="0">
              <a:buNone/>
              <a:defRPr sz="3960"/>
            </a:lvl3pPr>
            <a:lvl4pPr marL="4526280" indent="0">
              <a:buNone/>
              <a:defRPr sz="3300"/>
            </a:lvl4pPr>
            <a:lvl5pPr marL="6035040" indent="0">
              <a:buNone/>
              <a:defRPr sz="3300"/>
            </a:lvl5pPr>
            <a:lvl6pPr marL="7543800" indent="0">
              <a:buNone/>
              <a:defRPr sz="3300"/>
            </a:lvl6pPr>
            <a:lvl7pPr marL="9052560" indent="0">
              <a:buNone/>
              <a:defRPr sz="3300"/>
            </a:lvl7pPr>
            <a:lvl8pPr marL="10561320" indent="0">
              <a:buNone/>
              <a:defRPr sz="3300"/>
            </a:lvl8pPr>
            <a:lvl9pPr marL="12070080" indent="0">
              <a:buNone/>
              <a:defRPr sz="3300"/>
            </a:lvl9pPr>
          </a:lstStyle>
          <a:p>
            <a:pPr lvl="0"/>
            <a:r>
              <a:rPr lang="en-US"/>
              <a:t>Edit Master text styles</a:t>
            </a:r>
          </a:p>
        </p:txBody>
      </p:sp>
      <p:sp>
        <p:nvSpPr>
          <p:cNvPr id="5" name="Date Placeholder 4">
            <a:extLst>
              <a:ext uri="{FF2B5EF4-FFF2-40B4-BE49-F238E27FC236}">
                <a16:creationId xmlns:a16="http://schemas.microsoft.com/office/drawing/2014/main" id="{E829D406-80AD-4FFA-9374-7D9655E6DB76}"/>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6" name="Footer Placeholder 5">
            <a:extLst>
              <a:ext uri="{FF2B5EF4-FFF2-40B4-BE49-F238E27FC236}">
                <a16:creationId xmlns:a16="http://schemas.microsoft.com/office/drawing/2014/main" id="{A7979C68-D8F1-4BCC-A90D-9E3AE68F6C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116885-8126-4CA0-9616-7F41C3CA6B49}"/>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771777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794FF-E5AB-4AE9-BA61-439C254B0B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E1618A-4960-4E23-9F9B-EF190CC14D8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F9C04E-2555-45C2-A33A-57C561334207}"/>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5" name="Footer Placeholder 4">
            <a:extLst>
              <a:ext uri="{FF2B5EF4-FFF2-40B4-BE49-F238E27FC236}">
                <a16:creationId xmlns:a16="http://schemas.microsoft.com/office/drawing/2014/main" id="{3072E42E-58CB-4338-A5B1-C36C35C0D0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69B140-639A-4784-A136-F6170F6C5F54}"/>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1964498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9D96F-3994-47E0-B6AB-AC68B045CA64}"/>
              </a:ext>
            </a:extLst>
          </p:cNvPr>
          <p:cNvSpPr>
            <a:spLocks noGrp="1"/>
          </p:cNvSpPr>
          <p:nvPr>
            <p:ph type="title" orient="vert"/>
          </p:nvPr>
        </p:nvSpPr>
        <p:spPr>
          <a:xfrm>
            <a:off x="28792170" y="2142067"/>
            <a:ext cx="8675370" cy="3409611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B07CB7-7F9A-48B5-83F3-67E6F22DBCBF}"/>
              </a:ext>
            </a:extLst>
          </p:cNvPr>
          <p:cNvSpPr>
            <a:spLocks noGrp="1"/>
          </p:cNvSpPr>
          <p:nvPr>
            <p:ph type="body" orient="vert" idx="1"/>
          </p:nvPr>
        </p:nvSpPr>
        <p:spPr>
          <a:xfrm>
            <a:off x="2766060" y="2142067"/>
            <a:ext cx="25523190" cy="3409611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4EBD46-16B0-48EF-AF8D-3EB63CB4DF61}"/>
              </a:ext>
            </a:extLst>
          </p:cNvPr>
          <p:cNvSpPr>
            <a:spLocks noGrp="1"/>
          </p:cNvSpPr>
          <p:nvPr>
            <p:ph type="dt" sz="half" idx="10"/>
          </p:nvPr>
        </p:nvSpPr>
        <p:spPr/>
        <p:txBody>
          <a:bodyPr/>
          <a:lstStyle/>
          <a:p>
            <a:fld id="{547978B2-369F-46DE-9CB3-632AEF8809BF}" type="datetimeFigureOut">
              <a:rPr lang="en-US" smtClean="0"/>
              <a:t>7/17/2026</a:t>
            </a:fld>
            <a:endParaRPr lang="en-US"/>
          </a:p>
        </p:txBody>
      </p:sp>
      <p:sp>
        <p:nvSpPr>
          <p:cNvPr id="5" name="Footer Placeholder 4">
            <a:extLst>
              <a:ext uri="{FF2B5EF4-FFF2-40B4-BE49-F238E27FC236}">
                <a16:creationId xmlns:a16="http://schemas.microsoft.com/office/drawing/2014/main" id="{F1B19442-261F-467A-86EE-A302822E7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01E7CB-4E08-43EA-8739-ED1248C953BD}"/>
              </a:ext>
            </a:extLst>
          </p:cNvPr>
          <p:cNvSpPr>
            <a:spLocks noGrp="1"/>
          </p:cNvSpPr>
          <p:nvPr>
            <p:ph type="sldNum" sz="quarter" idx="12"/>
          </p:nvPr>
        </p:nvSpPr>
        <p:spPr/>
        <p:txBody>
          <a:bodyPr/>
          <a:lstStyle/>
          <a:p>
            <a:fld id="{735EE51A-51D7-4ABB-9EE6-C98170A62AB7}" type="slidenum">
              <a:rPr lang="en-US" smtClean="0"/>
              <a:t>‹#›</a:t>
            </a:fld>
            <a:endParaRPr lang="en-US"/>
          </a:p>
        </p:txBody>
      </p:sp>
    </p:spTree>
    <p:extLst>
      <p:ext uri="{BB962C8B-B14F-4D97-AF65-F5344CB8AC3E}">
        <p14:creationId xmlns:p14="http://schemas.microsoft.com/office/powerpoint/2010/main" val="32142009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Instructions"/>
          <p:cNvSpPr/>
          <p:nvPr userDrawn="1"/>
        </p:nvSpPr>
        <p:spPr>
          <a:xfrm>
            <a:off x="-12573000" y="0"/>
            <a:ext cx="11734800" cy="4023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09535" tIns="209535" rIns="209535" bIns="209535"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a:solidFill>
                  <a:srgbClr val="7F7F7F"/>
                </a:solidFill>
                <a:latin typeface="Calibri" pitchFamily="34" charset="0"/>
                <a:cs typeface="Calibri" panose="020F0502020204030204" pitchFamily="34" charset="0"/>
              </a:rPr>
              <a:t>Poster Print Size:</a:t>
            </a:r>
            <a:endParaRPr sz="8800" dirty="0">
              <a:solidFill>
                <a:srgbClr val="7F7F7F"/>
              </a:solidFill>
              <a:latin typeface="Calibri" pitchFamily="34" charset="0"/>
              <a:cs typeface="Calibri" panose="020F0502020204030204" pitchFamily="34" charset="0"/>
            </a:endParaRPr>
          </a:p>
          <a:p>
            <a:pPr lvl="0">
              <a:spcBef>
                <a:spcPts val="0"/>
              </a:spcBef>
              <a:spcAft>
                <a:spcPts val="2200"/>
              </a:spcAft>
            </a:pPr>
            <a:r>
              <a:rPr lang="en-US" sz="6000" dirty="0">
                <a:solidFill>
                  <a:srgbClr val="7F7F7F"/>
                </a:solidFill>
                <a:latin typeface="Calibri" pitchFamily="34" charset="0"/>
                <a:cs typeface="Calibri" panose="020F0502020204030204" pitchFamily="34" charset="0"/>
              </a:rPr>
              <a:t>This poster template is 44” high by 44” wide. It can be used to print any poster with a 1:1 aspect ratio.</a:t>
            </a:r>
          </a:p>
          <a:p>
            <a:pPr lvl="0">
              <a:spcBef>
                <a:spcPts val="0"/>
              </a:spcBef>
              <a:spcAft>
                <a:spcPts val="2200"/>
              </a:spcAft>
            </a:pPr>
            <a:r>
              <a:rPr lang="en-US" sz="8800" dirty="0">
                <a:solidFill>
                  <a:srgbClr val="7F7F7F"/>
                </a:solidFill>
                <a:latin typeface="Calibri" pitchFamily="34" charset="0"/>
                <a:cs typeface="Calibri" panose="020F0502020204030204" pitchFamily="34" charset="0"/>
              </a:rPr>
              <a:t>Placeholders</a:t>
            </a:r>
            <a:r>
              <a:rPr sz="8800" dirty="0">
                <a:solidFill>
                  <a:srgbClr val="7F7F7F"/>
                </a:solidFill>
                <a:latin typeface="Calibri" pitchFamily="34" charset="0"/>
                <a:cs typeface="Calibri" panose="020F0502020204030204" pitchFamily="34" charset="0"/>
              </a:rPr>
              <a:t>:</a:t>
            </a:r>
          </a:p>
          <a:p>
            <a:pPr lvl="0">
              <a:spcBef>
                <a:spcPts val="0"/>
              </a:spcBef>
              <a:spcAft>
                <a:spcPts val="2200"/>
              </a:spcAft>
            </a:pPr>
            <a:r>
              <a:rPr sz="6000" dirty="0">
                <a:solidFill>
                  <a:srgbClr val="7F7F7F"/>
                </a:solidFill>
                <a:latin typeface="Calibri" pitchFamily="34" charset="0"/>
                <a:cs typeface="Calibri" panose="020F0502020204030204" pitchFamily="34" charset="0"/>
              </a:rPr>
              <a:t>The </a:t>
            </a:r>
            <a:r>
              <a:rPr lang="en-US" sz="6000" dirty="0">
                <a:solidFill>
                  <a:srgbClr val="7F7F7F"/>
                </a:solidFill>
                <a:latin typeface="Calibri" pitchFamily="34" charset="0"/>
                <a:cs typeface="Calibri" panose="020F0502020204030204" pitchFamily="34" charset="0"/>
              </a:rPr>
              <a:t>various elements included</a:t>
            </a:r>
            <a:r>
              <a:rPr sz="6000" dirty="0">
                <a:solidFill>
                  <a:srgbClr val="7F7F7F"/>
                </a:solidFill>
                <a:latin typeface="Calibri" pitchFamily="34" charset="0"/>
                <a:cs typeface="Calibri" panose="020F0502020204030204" pitchFamily="34" charset="0"/>
              </a:rPr>
              <a:t> in this </a:t>
            </a:r>
            <a:r>
              <a:rPr lang="en-US" sz="6000" dirty="0">
                <a:solidFill>
                  <a:srgbClr val="7F7F7F"/>
                </a:solidFill>
                <a:latin typeface="Calibri" pitchFamily="34" charset="0"/>
                <a:cs typeface="Calibri" panose="020F0502020204030204" pitchFamily="34" charset="0"/>
              </a:rPr>
              <a:t>poster are ones</a:t>
            </a:r>
            <a:r>
              <a:rPr lang="en-US" sz="6000" baseline="0" dirty="0">
                <a:solidFill>
                  <a:srgbClr val="7F7F7F"/>
                </a:solidFill>
                <a:latin typeface="Calibri" pitchFamily="34" charset="0"/>
                <a:cs typeface="Calibri" panose="020F0502020204030204" pitchFamily="34" charset="0"/>
              </a:rPr>
              <a:t> we often see in medical, research, and scientific posters.</a:t>
            </a:r>
            <a:r>
              <a:rPr sz="6000" dirty="0">
                <a:solidFill>
                  <a:srgbClr val="7F7F7F"/>
                </a:solidFill>
                <a:latin typeface="Calibri" pitchFamily="34" charset="0"/>
                <a:cs typeface="Calibri" panose="020F0502020204030204" pitchFamily="34" charset="0"/>
              </a:rPr>
              <a:t> </a:t>
            </a:r>
            <a:r>
              <a:rPr lang="en-US" sz="6000" dirty="0">
                <a:solidFill>
                  <a:srgbClr val="7F7F7F"/>
                </a:solidFill>
                <a:latin typeface="Calibri" pitchFamily="34" charset="0"/>
                <a:cs typeface="Calibri" panose="020F0502020204030204" pitchFamily="34" charset="0"/>
              </a:rPr>
              <a:t>Feel</a:t>
            </a:r>
            <a:r>
              <a:rPr lang="en-US" sz="60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2200"/>
              </a:spcAft>
            </a:pPr>
            <a:r>
              <a:rPr lang="en-US" sz="8800" dirty="0">
                <a:solidFill>
                  <a:srgbClr val="7F7F7F"/>
                </a:solidFill>
                <a:latin typeface="Calibri" pitchFamily="34" charset="0"/>
                <a:cs typeface="Calibri" panose="020F0502020204030204" pitchFamily="34" charset="0"/>
              </a:rPr>
              <a:t>Image</a:t>
            </a:r>
            <a:r>
              <a:rPr lang="en-US" sz="8800" baseline="0" dirty="0">
                <a:solidFill>
                  <a:srgbClr val="7F7F7F"/>
                </a:solidFill>
                <a:latin typeface="Calibri" pitchFamily="34" charset="0"/>
                <a:cs typeface="Calibri" panose="020F0502020204030204" pitchFamily="34" charset="0"/>
              </a:rPr>
              <a:t> Quality</a:t>
            </a:r>
            <a:r>
              <a:rPr lang="en-US" sz="8800" dirty="0">
                <a:solidFill>
                  <a:srgbClr val="7F7F7F"/>
                </a:solidFill>
                <a:latin typeface="Calibri" pitchFamily="34" charset="0"/>
                <a:cs typeface="Calibri" panose="020F0502020204030204" pitchFamily="34" charset="0"/>
              </a:rPr>
              <a:t>:</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You can place digital photos or logo art in your poster file by selecting the </a:t>
            </a:r>
            <a:r>
              <a:rPr lang="en-US" sz="6000" b="1" dirty="0">
                <a:solidFill>
                  <a:srgbClr val="7F7F7F"/>
                </a:solidFill>
                <a:latin typeface="Calibri" pitchFamily="34" charset="0"/>
                <a:cs typeface="Calibri" panose="020F0502020204030204" pitchFamily="34" charset="0"/>
              </a:rPr>
              <a:t>Insert, Picture</a:t>
            </a:r>
            <a:r>
              <a:rPr lang="en-US" sz="60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6000" b="1" dirty="0">
                <a:solidFill>
                  <a:srgbClr val="7F7F7F"/>
                </a:solidFill>
                <a:latin typeface="Calibri" pitchFamily="34" charset="0"/>
                <a:cs typeface="Calibri" panose="020F0502020204030204" pitchFamily="34" charset="0"/>
              </a:rPr>
              <a:t>150-200 pixels per inch in their final printed size</a:t>
            </a:r>
            <a:r>
              <a:rPr lang="en-US" sz="6000" dirty="0">
                <a:solidFill>
                  <a:srgbClr val="7F7F7F"/>
                </a:solidFill>
                <a:latin typeface="Calibri" pitchFamily="34" charset="0"/>
                <a:cs typeface="Calibri" panose="020F0502020204030204" pitchFamily="34" charset="0"/>
              </a:rPr>
              <a:t>. For instance, a 1600 x 1200 pixel</a:t>
            </a:r>
            <a:r>
              <a:rPr lang="en-US" sz="6000" baseline="0" dirty="0">
                <a:solidFill>
                  <a:srgbClr val="7F7F7F"/>
                </a:solidFill>
                <a:latin typeface="Calibri" pitchFamily="34" charset="0"/>
                <a:cs typeface="Calibri" panose="020F0502020204030204" pitchFamily="34" charset="0"/>
              </a:rPr>
              <a:t> photo will usually look fine up to </a:t>
            </a:r>
            <a:r>
              <a:rPr lang="en-US" sz="6000" dirty="0">
                <a:solidFill>
                  <a:srgbClr val="7F7F7F"/>
                </a:solidFill>
                <a:latin typeface="Calibri" pitchFamily="34" charset="0"/>
                <a:cs typeface="Calibri" panose="020F0502020204030204" pitchFamily="34" charset="0"/>
              </a:rPr>
              <a:t>8“-10” wide on your printed poster.</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2200"/>
              </a:spcAft>
            </a:pPr>
            <a:br>
              <a:rPr lang="en-US" sz="4400" dirty="0">
                <a:solidFill>
                  <a:srgbClr val="7F7F7F"/>
                </a:solidFill>
                <a:latin typeface="Calibri" pitchFamily="34" charset="0"/>
                <a:cs typeface="Calibri" panose="020F0502020204030204" pitchFamily="34" charset="0"/>
              </a:rPr>
            </a:br>
            <a:r>
              <a:rPr lang="en-US" sz="4400" dirty="0">
                <a:solidFill>
                  <a:srgbClr val="7F7F7F"/>
                </a:solidFill>
                <a:latin typeface="Calibri" pitchFamily="34" charset="0"/>
                <a:cs typeface="Calibri" panose="020F0502020204030204" pitchFamily="34" charset="0"/>
              </a:rPr>
              <a:t>[This sidebar area does not print.]</a:t>
            </a:r>
          </a:p>
        </p:txBody>
      </p:sp>
      <p:grpSp>
        <p:nvGrpSpPr>
          <p:cNvPr id="3" name="Group 2"/>
          <p:cNvGrpSpPr/>
          <p:nvPr userDrawn="1"/>
        </p:nvGrpSpPr>
        <p:grpSpPr>
          <a:xfrm>
            <a:off x="41071800" y="0"/>
            <a:ext cx="11734800" cy="40233600"/>
            <a:chOff x="33832800" y="0"/>
            <a:chExt cx="12801600" cy="43891200"/>
          </a:xfrm>
        </p:grpSpPr>
        <p:sp>
          <p:nvSpPr>
            <p:cNvPr id="4"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a:solidFill>
                    <a:schemeClr val="bg1">
                      <a:lumMod val="50000"/>
                    </a:schemeClr>
                  </a:solidFill>
                  <a:latin typeface="Calibri" pitchFamily="34" charset="0"/>
                  <a:cs typeface="Calibri" panose="020F0502020204030204" pitchFamily="34" charset="0"/>
                </a:rPr>
                <a:t>Change</a:t>
              </a:r>
              <a:r>
                <a:rPr lang="en-US" sz="8800" baseline="0" dirty="0">
                  <a:solidFill>
                    <a:schemeClr val="bg1">
                      <a:lumMod val="50000"/>
                    </a:schemeClr>
                  </a:solidFill>
                  <a:latin typeface="Calibri" pitchFamily="34" charset="0"/>
                  <a:cs typeface="Calibri" panose="020F0502020204030204" pitchFamily="34" charset="0"/>
                </a:rPr>
                <a:t> Color Theme</a:t>
              </a:r>
              <a:r>
                <a:rPr lang="en-US" sz="8800" dirty="0">
                  <a:solidFill>
                    <a:schemeClr val="bg1">
                      <a:lumMod val="50000"/>
                    </a:schemeClr>
                  </a:solidFill>
                  <a:latin typeface="Calibri" pitchFamily="34" charset="0"/>
                  <a:cs typeface="Calibri" panose="020F0502020204030204" pitchFamily="34" charset="0"/>
                </a:rPr>
                <a:t>:</a:t>
              </a:r>
              <a:endParaRPr sz="880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60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To change the color theme, select the </a:t>
              </a:r>
              <a:r>
                <a:rPr lang="en-US" sz="6000" b="1" baseline="0" dirty="0">
                  <a:solidFill>
                    <a:schemeClr val="bg1">
                      <a:lumMod val="50000"/>
                    </a:schemeClr>
                  </a:solidFill>
                  <a:latin typeface="Calibri" pitchFamily="34" charset="0"/>
                  <a:cs typeface="Calibri" panose="020F0502020204030204" pitchFamily="34" charset="0"/>
                </a:rPr>
                <a:t>Design</a:t>
              </a:r>
              <a:r>
                <a:rPr lang="en-US" sz="6000" baseline="0" dirty="0">
                  <a:solidFill>
                    <a:schemeClr val="bg1">
                      <a:lumMod val="50000"/>
                    </a:schemeClr>
                  </a:solidFill>
                  <a:latin typeface="Calibri" pitchFamily="34" charset="0"/>
                  <a:cs typeface="Calibri" panose="020F0502020204030204" pitchFamily="34" charset="0"/>
                </a:rPr>
                <a:t> tab, then select the </a:t>
              </a:r>
              <a:r>
                <a:rPr lang="en-US" sz="6000" b="1" baseline="0" dirty="0">
                  <a:solidFill>
                    <a:schemeClr val="bg1">
                      <a:lumMod val="50000"/>
                    </a:schemeClr>
                  </a:solidFill>
                  <a:latin typeface="Calibri" pitchFamily="34" charset="0"/>
                  <a:cs typeface="Calibri" panose="020F0502020204030204" pitchFamily="34" charset="0"/>
                </a:rPr>
                <a:t>Colors</a:t>
              </a:r>
              <a:r>
                <a:rPr lang="en-US" sz="60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2200"/>
                </a:spcAft>
              </a:pPr>
              <a:r>
                <a:rPr lang="en-US" sz="88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2200"/>
                </a:spcAft>
              </a:pPr>
              <a:r>
                <a:rPr lang="en-US" sz="6000" dirty="0">
                  <a:solidFill>
                    <a:schemeClr val="bg1">
                      <a:lumMod val="50000"/>
                    </a:schemeClr>
                  </a:solidFill>
                  <a:latin typeface="Calibri" pitchFamily="34" charset="0"/>
                  <a:cs typeface="Calibri" panose="020F0502020204030204" pitchFamily="34" charset="0"/>
                </a:rPr>
                <a:t>Once your poster file is ready, visit</a:t>
              </a:r>
              <a:r>
                <a:rPr lang="en-US" sz="6000" baseline="0" dirty="0">
                  <a:solidFill>
                    <a:schemeClr val="bg1">
                      <a:lumMod val="50000"/>
                    </a:schemeClr>
                  </a:solidFill>
                  <a:latin typeface="Calibri" pitchFamily="34" charset="0"/>
                  <a:cs typeface="Calibri" panose="020F0502020204030204" pitchFamily="34" charset="0"/>
                </a:rPr>
                <a:t> </a:t>
              </a:r>
              <a:r>
                <a:rPr lang="en-US" sz="6000" b="1" baseline="0" dirty="0">
                  <a:solidFill>
                    <a:schemeClr val="bg1">
                      <a:lumMod val="50000"/>
                    </a:schemeClr>
                  </a:solidFill>
                  <a:latin typeface="Calibri" pitchFamily="34" charset="0"/>
                  <a:cs typeface="Calibri" panose="020F0502020204030204" pitchFamily="34" charset="0"/>
                </a:rPr>
                <a:t>www.genigraphics.com</a:t>
              </a:r>
              <a:r>
                <a:rPr lang="en-US" sz="60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60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6000" baseline="0" dirty="0">
                  <a:solidFill>
                    <a:schemeClr val="bg1">
                      <a:lumMod val="50000"/>
                    </a:schemeClr>
                  </a:solidFill>
                  <a:latin typeface="Calibri" pitchFamily="34" charset="0"/>
                  <a:cs typeface="Calibri" panose="020F0502020204030204" pitchFamily="34" charset="0"/>
                </a:rPr>
                <a:t>US and Canada:  1-800-790-4001</a:t>
              </a:r>
              <a:br>
                <a:rPr lang="en-US" sz="6000" baseline="0" dirty="0">
                  <a:solidFill>
                    <a:schemeClr val="bg1">
                      <a:lumMod val="50000"/>
                    </a:schemeClr>
                  </a:solidFill>
                  <a:latin typeface="Calibri" pitchFamily="34" charset="0"/>
                  <a:cs typeface="Calibri" panose="020F0502020204030204" pitchFamily="34" charset="0"/>
                </a:rPr>
              </a:br>
              <a:r>
                <a:rPr lang="en-US" sz="60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4400" dirty="0">
                  <a:solidFill>
                    <a:schemeClr val="bg1">
                      <a:lumMod val="50000"/>
                    </a:schemeClr>
                  </a:solidFill>
                  <a:latin typeface="Calibri" pitchFamily="34" charset="0"/>
                  <a:cs typeface="Calibri" panose="020F0502020204030204" pitchFamily="34" charset="0"/>
                </a:rPr>
              </a:br>
              <a:r>
                <a:rPr lang="en-US" sz="4400" dirty="0">
                  <a:solidFill>
                    <a:schemeClr val="bg1">
                      <a:lumMod val="50000"/>
                    </a:schemeClr>
                  </a:solidFill>
                  <a:latin typeface="Calibri" pitchFamily="34" charset="0"/>
                  <a:cs typeface="Calibri" panose="020F0502020204030204" pitchFamily="34" charset="0"/>
                </a:rPr>
                <a:t>[This sidebar area does not print.]</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spTree>
    <p:extLst>
      <p:ext uri="{BB962C8B-B14F-4D97-AF65-F5344CB8AC3E}">
        <p14:creationId xmlns:p14="http://schemas.microsoft.com/office/powerpoint/2010/main" val="32447110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8C9F7-52D5-428C-AFDB-81EBF3B84C33}"/>
              </a:ext>
            </a:extLst>
          </p:cNvPr>
          <p:cNvSpPr>
            <a:spLocks noGrp="1"/>
          </p:cNvSpPr>
          <p:nvPr>
            <p:ph type="title"/>
          </p:nvPr>
        </p:nvSpPr>
        <p:spPr>
          <a:xfrm>
            <a:off x="2766060" y="2142070"/>
            <a:ext cx="34701480" cy="77766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39959D-F541-4C08-84D6-25C90342F75D}"/>
              </a:ext>
            </a:extLst>
          </p:cNvPr>
          <p:cNvSpPr>
            <a:spLocks noGrp="1"/>
          </p:cNvSpPr>
          <p:nvPr>
            <p:ph type="body" idx="1"/>
          </p:nvPr>
        </p:nvSpPr>
        <p:spPr>
          <a:xfrm>
            <a:off x="2766060" y="10710333"/>
            <a:ext cx="34701480" cy="2552785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FD78E7-A578-4203-8CFF-21B786B73C8F}"/>
              </a:ext>
            </a:extLst>
          </p:cNvPr>
          <p:cNvSpPr>
            <a:spLocks noGrp="1"/>
          </p:cNvSpPr>
          <p:nvPr>
            <p:ph type="dt" sz="half" idx="2"/>
          </p:nvPr>
        </p:nvSpPr>
        <p:spPr>
          <a:xfrm>
            <a:off x="2766060" y="37290589"/>
            <a:ext cx="9052560" cy="2142067"/>
          </a:xfrm>
          <a:prstGeom prst="rect">
            <a:avLst/>
          </a:prstGeom>
        </p:spPr>
        <p:txBody>
          <a:bodyPr vert="horz" lIns="91440" tIns="45720" rIns="91440" bIns="45720" rtlCol="0" anchor="ctr"/>
          <a:lstStyle>
            <a:lvl1pPr algn="l">
              <a:defRPr sz="3960">
                <a:solidFill>
                  <a:schemeClr val="tx1">
                    <a:tint val="75000"/>
                  </a:schemeClr>
                </a:solidFill>
              </a:defRPr>
            </a:lvl1pPr>
          </a:lstStyle>
          <a:p>
            <a:fld id="{547978B2-369F-46DE-9CB3-632AEF8809BF}" type="datetimeFigureOut">
              <a:rPr lang="en-US" smtClean="0"/>
              <a:t>7/17/2026</a:t>
            </a:fld>
            <a:endParaRPr lang="en-US"/>
          </a:p>
        </p:txBody>
      </p:sp>
      <p:sp>
        <p:nvSpPr>
          <p:cNvPr id="5" name="Footer Placeholder 4">
            <a:extLst>
              <a:ext uri="{FF2B5EF4-FFF2-40B4-BE49-F238E27FC236}">
                <a16:creationId xmlns:a16="http://schemas.microsoft.com/office/drawing/2014/main" id="{FB1999EA-67CF-4ECB-9F51-302681A3AD8A}"/>
              </a:ext>
            </a:extLst>
          </p:cNvPr>
          <p:cNvSpPr>
            <a:spLocks noGrp="1"/>
          </p:cNvSpPr>
          <p:nvPr>
            <p:ph type="ftr" sz="quarter" idx="3"/>
          </p:nvPr>
        </p:nvSpPr>
        <p:spPr>
          <a:xfrm>
            <a:off x="13327380" y="37290589"/>
            <a:ext cx="13578840" cy="2142067"/>
          </a:xfrm>
          <a:prstGeom prst="rect">
            <a:avLst/>
          </a:prstGeom>
        </p:spPr>
        <p:txBody>
          <a:bodyPr vert="horz" lIns="91440" tIns="45720" rIns="91440" bIns="45720" rtlCol="0" anchor="ctr"/>
          <a:lstStyle>
            <a:lvl1pPr algn="ctr">
              <a:defRPr sz="396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0DD9C65-15DB-4C7A-B277-9F392F50E952}"/>
              </a:ext>
            </a:extLst>
          </p:cNvPr>
          <p:cNvSpPr>
            <a:spLocks noGrp="1"/>
          </p:cNvSpPr>
          <p:nvPr>
            <p:ph type="sldNum" sz="quarter" idx="4"/>
          </p:nvPr>
        </p:nvSpPr>
        <p:spPr>
          <a:xfrm>
            <a:off x="28414980" y="37290589"/>
            <a:ext cx="9052560" cy="2142067"/>
          </a:xfrm>
          <a:prstGeom prst="rect">
            <a:avLst/>
          </a:prstGeom>
        </p:spPr>
        <p:txBody>
          <a:bodyPr vert="horz" lIns="91440" tIns="45720" rIns="91440" bIns="45720" rtlCol="0" anchor="ctr"/>
          <a:lstStyle>
            <a:lvl1pPr algn="r">
              <a:defRPr sz="3960">
                <a:solidFill>
                  <a:schemeClr val="tx1">
                    <a:tint val="75000"/>
                  </a:schemeClr>
                </a:solidFill>
              </a:defRPr>
            </a:lvl1pPr>
          </a:lstStyle>
          <a:p>
            <a:fld id="{735EE51A-51D7-4ABB-9EE6-C98170A62AB7}" type="slidenum">
              <a:rPr lang="en-US" smtClean="0"/>
              <a:t>‹#›</a:t>
            </a:fld>
            <a:endParaRPr lang="en-US"/>
          </a:p>
        </p:txBody>
      </p:sp>
      <p:sp>
        <p:nvSpPr>
          <p:cNvPr id="7" name="Rectangle 7">
            <a:extLst>
              <a:ext uri="{FF2B5EF4-FFF2-40B4-BE49-F238E27FC236}">
                <a16:creationId xmlns:a16="http://schemas.microsoft.com/office/drawing/2014/main" id="{12C3ABDF-F1D0-4D14-9A29-5FFAAD788F81}"/>
              </a:ext>
            </a:extLst>
          </p:cNvPr>
          <p:cNvSpPr>
            <a:spLocks noChangeArrowheads="1"/>
          </p:cNvSpPr>
          <p:nvPr userDrawn="1"/>
        </p:nvSpPr>
        <p:spPr bwMode="auto">
          <a:xfrm>
            <a:off x="0" y="5483225"/>
            <a:ext cx="8410575" cy="34747200"/>
          </a:xfrm>
          <a:prstGeom prst="rect">
            <a:avLst/>
          </a:prstGeom>
          <a:solidFill>
            <a:schemeClr val="accent1">
              <a:lumMod val="75000"/>
            </a:schemeClr>
          </a:solidFill>
          <a:ln>
            <a:noFill/>
          </a:ln>
          <a:effectLst/>
        </p:spPr>
        <p:txBody>
          <a:bodyPr wrap="none" lIns="419070" tIns="209535" rIns="419070" bIns="419070"/>
          <a:lstStyle/>
          <a:p>
            <a:pPr algn="ctr" defTabSz="4022725"/>
            <a:endParaRPr lang="en-US" sz="4400" dirty="0">
              <a:latin typeface="Calibri" pitchFamily="34" charset="0"/>
            </a:endParaRPr>
          </a:p>
        </p:txBody>
      </p:sp>
      <p:sp>
        <p:nvSpPr>
          <p:cNvPr id="8" name="Rectangle 8">
            <a:extLst>
              <a:ext uri="{FF2B5EF4-FFF2-40B4-BE49-F238E27FC236}">
                <a16:creationId xmlns:a16="http://schemas.microsoft.com/office/drawing/2014/main" id="{41894445-C117-44CA-BF76-99C5120B541F}"/>
              </a:ext>
            </a:extLst>
          </p:cNvPr>
          <p:cNvSpPr>
            <a:spLocks noChangeArrowheads="1"/>
          </p:cNvSpPr>
          <p:nvPr userDrawn="1"/>
        </p:nvSpPr>
        <p:spPr bwMode="auto">
          <a:xfrm>
            <a:off x="8408987" y="0"/>
            <a:ext cx="31821120" cy="5484813"/>
          </a:xfrm>
          <a:prstGeom prst="rect">
            <a:avLst/>
          </a:prstGeom>
          <a:solidFill>
            <a:schemeClr val="accent1">
              <a:lumMod val="75000"/>
            </a:schemeClr>
          </a:solidFill>
          <a:ln>
            <a:noFill/>
          </a:ln>
          <a:effectLst/>
        </p:spPr>
        <p:txBody>
          <a:bodyPr wrap="none" lIns="457200" tIns="457200" rIns="457200" bIns="457200"/>
          <a:lstStyle/>
          <a:p>
            <a:endParaRPr lang="en-US" dirty="0">
              <a:latin typeface="Calibri" pitchFamily="34" charset="0"/>
            </a:endParaRPr>
          </a:p>
        </p:txBody>
      </p:sp>
      <p:sp>
        <p:nvSpPr>
          <p:cNvPr id="9" name="Rectangle 9">
            <a:extLst>
              <a:ext uri="{FF2B5EF4-FFF2-40B4-BE49-F238E27FC236}">
                <a16:creationId xmlns:a16="http://schemas.microsoft.com/office/drawing/2014/main" id="{4CA1117B-0BC2-4154-8DAD-ADC925F3EA03}"/>
              </a:ext>
            </a:extLst>
          </p:cNvPr>
          <p:cNvSpPr>
            <a:spLocks noChangeArrowheads="1"/>
          </p:cNvSpPr>
          <p:nvPr userDrawn="1"/>
        </p:nvSpPr>
        <p:spPr bwMode="auto">
          <a:xfrm>
            <a:off x="8408987" y="5483225"/>
            <a:ext cx="31821120" cy="34747200"/>
          </a:xfrm>
          <a:prstGeom prst="rect">
            <a:avLst/>
          </a:prstGeom>
          <a:solidFill>
            <a:schemeClr val="accent3">
              <a:lumMod val="20000"/>
              <a:lumOff val="80000"/>
            </a:schemeClr>
          </a:solidFill>
          <a:ln>
            <a:noFill/>
          </a:ln>
          <a:effectLst/>
        </p:spPr>
        <p:txBody>
          <a:bodyPr wrap="none" lIns="457200" tIns="457200" rIns="457200" bIns="457200"/>
          <a:lstStyle/>
          <a:p>
            <a:endParaRPr lang="en-US" dirty="0">
              <a:latin typeface="Calibri" pitchFamily="34" charset="0"/>
            </a:endParaRPr>
          </a:p>
        </p:txBody>
      </p:sp>
      <p:sp>
        <p:nvSpPr>
          <p:cNvPr id="10" name="Line 11">
            <a:extLst>
              <a:ext uri="{FF2B5EF4-FFF2-40B4-BE49-F238E27FC236}">
                <a16:creationId xmlns:a16="http://schemas.microsoft.com/office/drawing/2014/main" id="{55E3723A-6C44-4EEC-A211-7FD61795C9A2}"/>
              </a:ext>
            </a:extLst>
          </p:cNvPr>
          <p:cNvSpPr>
            <a:spLocks noChangeShapeType="1"/>
          </p:cNvSpPr>
          <p:nvPr userDrawn="1"/>
        </p:nvSpPr>
        <p:spPr bwMode="auto">
          <a:xfrm>
            <a:off x="8408988" y="0"/>
            <a:ext cx="0" cy="4022090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alibri" pitchFamily="34" charset="0"/>
            </a:endParaRPr>
          </a:p>
        </p:txBody>
      </p:sp>
      <p:sp>
        <p:nvSpPr>
          <p:cNvPr id="11" name="Line 12">
            <a:extLst>
              <a:ext uri="{FF2B5EF4-FFF2-40B4-BE49-F238E27FC236}">
                <a16:creationId xmlns:a16="http://schemas.microsoft.com/office/drawing/2014/main" id="{7CFFF8EA-912E-4C1C-8803-644DD9F44032}"/>
              </a:ext>
            </a:extLst>
          </p:cNvPr>
          <p:cNvSpPr>
            <a:spLocks noChangeShapeType="1"/>
          </p:cNvSpPr>
          <p:nvPr userDrawn="1"/>
        </p:nvSpPr>
        <p:spPr bwMode="auto">
          <a:xfrm>
            <a:off x="0" y="5483225"/>
            <a:ext cx="40220900"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alibri" pitchFamily="34" charset="0"/>
            </a:endParaRPr>
          </a:p>
        </p:txBody>
      </p:sp>
      <p:pic>
        <p:nvPicPr>
          <p:cNvPr id="12" name="Picture 11">
            <a:extLst>
              <a:ext uri="{FF2B5EF4-FFF2-40B4-BE49-F238E27FC236}">
                <a16:creationId xmlns:a16="http://schemas.microsoft.com/office/drawing/2014/main" id="{7F000DC9-F40E-4F7A-800F-56B959C9E80D}"/>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34747200" y="39928800"/>
            <a:ext cx="5297435" cy="185928"/>
          </a:xfrm>
          <a:prstGeom prst="rect">
            <a:avLst/>
          </a:prstGeom>
        </p:spPr>
      </p:pic>
    </p:spTree>
    <p:extLst>
      <p:ext uri="{BB962C8B-B14F-4D97-AF65-F5344CB8AC3E}">
        <p14:creationId xmlns:p14="http://schemas.microsoft.com/office/powerpoint/2010/main" val="429617957"/>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l" defTabSz="3017520" rtl="0" eaLnBrk="1" latinLnBrk="0" hangingPunct="1">
        <a:lnSpc>
          <a:spcPct val="90000"/>
        </a:lnSpc>
        <a:spcBef>
          <a:spcPct val="0"/>
        </a:spcBef>
        <a:buNone/>
        <a:defRPr sz="14520" kern="1200">
          <a:solidFill>
            <a:schemeClr val="tx1"/>
          </a:solidFill>
          <a:latin typeface="+mj-lt"/>
          <a:ea typeface="+mj-ea"/>
          <a:cs typeface="+mj-cs"/>
        </a:defRPr>
      </a:lvl1pPr>
    </p:titleStyle>
    <p:bodyStyle>
      <a:lvl1pPr marL="754380" indent="-754380" algn="l" defTabSz="3017520" rtl="0" eaLnBrk="1" latinLnBrk="0" hangingPunct="1">
        <a:lnSpc>
          <a:spcPct val="90000"/>
        </a:lnSpc>
        <a:spcBef>
          <a:spcPts val="3300"/>
        </a:spcBef>
        <a:buFont typeface="Arial" panose="020B0604020202020204" pitchFamily="34" charset="0"/>
        <a:buChar char="•"/>
        <a:defRPr sz="9240" kern="1200">
          <a:solidFill>
            <a:schemeClr val="tx1"/>
          </a:solidFill>
          <a:latin typeface="+mn-lt"/>
          <a:ea typeface="+mn-ea"/>
          <a:cs typeface="+mn-cs"/>
        </a:defRPr>
      </a:lvl1pPr>
      <a:lvl2pPr marL="2263140" indent="-754380" algn="l" defTabSz="3017520" rtl="0" eaLnBrk="1" latinLnBrk="0" hangingPunct="1">
        <a:lnSpc>
          <a:spcPct val="90000"/>
        </a:lnSpc>
        <a:spcBef>
          <a:spcPts val="1650"/>
        </a:spcBef>
        <a:buFont typeface="Arial" panose="020B0604020202020204" pitchFamily="34" charset="0"/>
        <a:buChar char="•"/>
        <a:defRPr sz="7920" kern="1200">
          <a:solidFill>
            <a:schemeClr val="tx1"/>
          </a:solidFill>
          <a:latin typeface="+mn-lt"/>
          <a:ea typeface="+mn-ea"/>
          <a:cs typeface="+mn-cs"/>
        </a:defRPr>
      </a:lvl2pPr>
      <a:lvl3pPr marL="3771900" indent="-754380" algn="l" defTabSz="3017520" rtl="0" eaLnBrk="1" latinLnBrk="0" hangingPunct="1">
        <a:lnSpc>
          <a:spcPct val="90000"/>
        </a:lnSpc>
        <a:spcBef>
          <a:spcPts val="1650"/>
        </a:spcBef>
        <a:buFont typeface="Arial" panose="020B0604020202020204" pitchFamily="34" charset="0"/>
        <a:buChar char="•"/>
        <a:defRPr sz="6600" kern="1200">
          <a:solidFill>
            <a:schemeClr val="tx1"/>
          </a:solidFill>
          <a:latin typeface="+mn-lt"/>
          <a:ea typeface="+mn-ea"/>
          <a:cs typeface="+mn-cs"/>
        </a:defRPr>
      </a:lvl3pPr>
      <a:lvl4pPr marL="52806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4pPr>
      <a:lvl5pPr marL="678942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5pPr>
      <a:lvl6pPr marL="829818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6pPr>
      <a:lvl7pPr marL="980694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7pPr>
      <a:lvl8pPr marL="1131570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8pPr>
      <a:lvl9pPr marL="128244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9pPr>
    </p:bodyStyle>
    <p:otherStyle>
      <a:defPPr>
        <a:defRPr lang="en-US"/>
      </a:defPPr>
      <a:lvl1pPr marL="0" algn="l" defTabSz="3017520" rtl="0" eaLnBrk="1" latinLnBrk="0" hangingPunct="1">
        <a:defRPr sz="5940" kern="1200">
          <a:solidFill>
            <a:schemeClr val="tx1"/>
          </a:solidFill>
          <a:latin typeface="+mn-lt"/>
          <a:ea typeface="+mn-ea"/>
          <a:cs typeface="+mn-cs"/>
        </a:defRPr>
      </a:lvl1pPr>
      <a:lvl2pPr marL="1508760" algn="l" defTabSz="3017520" rtl="0" eaLnBrk="1" latinLnBrk="0" hangingPunct="1">
        <a:defRPr sz="5940" kern="1200">
          <a:solidFill>
            <a:schemeClr val="tx1"/>
          </a:solidFill>
          <a:latin typeface="+mn-lt"/>
          <a:ea typeface="+mn-ea"/>
          <a:cs typeface="+mn-cs"/>
        </a:defRPr>
      </a:lvl2pPr>
      <a:lvl3pPr marL="3017520" algn="l" defTabSz="3017520" rtl="0" eaLnBrk="1" latinLnBrk="0" hangingPunct="1">
        <a:defRPr sz="5940" kern="1200">
          <a:solidFill>
            <a:schemeClr val="tx1"/>
          </a:solidFill>
          <a:latin typeface="+mn-lt"/>
          <a:ea typeface="+mn-ea"/>
          <a:cs typeface="+mn-cs"/>
        </a:defRPr>
      </a:lvl3pPr>
      <a:lvl4pPr marL="4526280" algn="l" defTabSz="3017520" rtl="0" eaLnBrk="1" latinLnBrk="0" hangingPunct="1">
        <a:defRPr sz="5940" kern="1200">
          <a:solidFill>
            <a:schemeClr val="tx1"/>
          </a:solidFill>
          <a:latin typeface="+mn-lt"/>
          <a:ea typeface="+mn-ea"/>
          <a:cs typeface="+mn-cs"/>
        </a:defRPr>
      </a:lvl4pPr>
      <a:lvl5pPr marL="6035040" algn="l" defTabSz="3017520" rtl="0" eaLnBrk="1" latinLnBrk="0" hangingPunct="1">
        <a:defRPr sz="5940" kern="1200">
          <a:solidFill>
            <a:schemeClr val="tx1"/>
          </a:solidFill>
          <a:latin typeface="+mn-lt"/>
          <a:ea typeface="+mn-ea"/>
          <a:cs typeface="+mn-cs"/>
        </a:defRPr>
      </a:lvl5pPr>
      <a:lvl6pPr marL="7543800" algn="l" defTabSz="3017520" rtl="0" eaLnBrk="1" latinLnBrk="0" hangingPunct="1">
        <a:defRPr sz="5940" kern="1200">
          <a:solidFill>
            <a:schemeClr val="tx1"/>
          </a:solidFill>
          <a:latin typeface="+mn-lt"/>
          <a:ea typeface="+mn-ea"/>
          <a:cs typeface="+mn-cs"/>
        </a:defRPr>
      </a:lvl6pPr>
      <a:lvl7pPr marL="9052560" algn="l" defTabSz="3017520" rtl="0" eaLnBrk="1" latinLnBrk="0" hangingPunct="1">
        <a:defRPr sz="5940" kern="1200">
          <a:solidFill>
            <a:schemeClr val="tx1"/>
          </a:solidFill>
          <a:latin typeface="+mn-lt"/>
          <a:ea typeface="+mn-ea"/>
          <a:cs typeface="+mn-cs"/>
        </a:defRPr>
      </a:lvl7pPr>
      <a:lvl8pPr marL="10561320" algn="l" defTabSz="3017520" rtl="0" eaLnBrk="1" latinLnBrk="0" hangingPunct="1">
        <a:defRPr sz="5940" kern="1200">
          <a:solidFill>
            <a:schemeClr val="tx1"/>
          </a:solidFill>
          <a:latin typeface="+mn-lt"/>
          <a:ea typeface="+mn-ea"/>
          <a:cs typeface="+mn-cs"/>
        </a:defRPr>
      </a:lvl8pPr>
      <a:lvl9pPr marL="12070080" algn="l" defTabSz="3017520" rtl="0" eaLnBrk="1" latinLnBrk="0" hangingPunct="1">
        <a:defRPr sz="59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mailto:bvaishnav@som.umaryland.edu" TargetMode="External"/><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jpe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4" name="Text Box 186"/>
          <p:cNvSpPr txBox="1">
            <a:spLocks noChangeArrowheads="1"/>
          </p:cNvSpPr>
          <p:nvPr/>
        </p:nvSpPr>
        <p:spPr bwMode="auto">
          <a:xfrm>
            <a:off x="8380639" y="2382697"/>
            <a:ext cx="31842075" cy="279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19070" tIns="838139" rIns="419070" bIns="419070" anchor="ctr" anchorCtr="1" wrap="square">
            <a:norm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lvl="0" algn="ctr">
              <a:spcAft>
                <a:spcPts val="600"/>
              </a:spcAft>
            </a:pPr>
            <a:r>
              <a:rPr sz="3400">
                <a:latin typeface="Calibri"/>
              </a:rPr>
              <a:t>Neil Tripathi¹, Rahim Chowdhury², Lei Ren³, Amit Sawant³, Birjoo Vaishnav³</a:t>
            </a:r>
          </a:p>
          <a:p>
            <a:pPr>
              <a:spcAft>
                <a:spcPts val="600"/>
              </a:spcAft>
            </a:pPr>
            <a:r>
              <a:rPr sz="3400">
                <a:latin typeface="Calibri"/>
              </a:rPr>
              <a:t>¹New York University    ²UMD St. Joseph Medical Center    ³University of Maryland School of Medicine, Department of Radiation Oncology</a:t>
            </a:r>
          </a:p>
        </p:txBody>
      </p:sp>
      <p:sp>
        <p:nvSpPr>
          <p:cNvPr id="2235" name="Text Box 187"/>
          <p:cNvSpPr txBox="1">
            <a:spLocks noChangeArrowheads="1"/>
          </p:cNvSpPr>
          <p:nvPr/>
        </p:nvSpPr>
        <p:spPr bwMode="auto">
          <a:xfrm>
            <a:off x="8391525" y="2944176"/>
            <a:ext cx="31842075" cy="216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19070" tIns="419070" rIns="419070" bIns="419070"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lgn="ctr"/>
            <a:endParaRPr lang="en-US" sz="4800" dirty="0">
              <a:solidFill>
                <a:schemeClr val="bg1"/>
              </a:solidFill>
              <a:latin typeface="Calibri" pitchFamily="34" charset="0"/>
            </a:endParaRPr>
          </a:p>
        </p:txBody>
      </p:sp>
      <p:sp>
        <p:nvSpPr>
          <p:cNvPr id="2242" name="Text Box 194"/>
          <p:cNvSpPr txBox="1">
            <a:spLocks noChangeArrowheads="1"/>
          </p:cNvSpPr>
          <p:nvPr/>
        </p:nvSpPr>
        <p:spPr bwMode="auto">
          <a:xfrm>
            <a:off x="9125466" y="5738176"/>
            <a:ext cx="914082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INTRODUCTION</a:t>
            </a:r>
          </a:p>
        </p:txBody>
      </p:sp>
      <p:sp>
        <p:nvSpPr>
          <p:cNvPr id="2246" name="Text Box 198"/>
          <p:cNvSpPr txBox="1">
            <a:spLocks noChangeArrowheads="1"/>
          </p:cNvSpPr>
          <p:nvPr/>
        </p:nvSpPr>
        <p:spPr bwMode="auto">
          <a:xfrm>
            <a:off x="32232599" y="5644225"/>
            <a:ext cx="914082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DISCUSSION</a:t>
            </a:r>
          </a:p>
        </p:txBody>
      </p:sp>
      <p:sp>
        <p:nvSpPr>
          <p:cNvPr id="2247" name="Text Box 199"/>
          <p:cNvSpPr txBox="1">
            <a:spLocks noChangeArrowheads="1"/>
          </p:cNvSpPr>
          <p:nvPr/>
        </p:nvSpPr>
        <p:spPr bwMode="auto">
          <a:xfrm>
            <a:off x="21763514" y="5734404"/>
            <a:ext cx="9872662"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RESULTS</a:t>
            </a:r>
          </a:p>
        </p:txBody>
      </p:sp>
      <p:sp>
        <p:nvSpPr>
          <p:cNvPr id="2289" name="Text Box 241"/>
          <p:cNvSpPr txBox="1">
            <a:spLocks noChangeArrowheads="1"/>
          </p:cNvSpPr>
          <p:nvPr/>
        </p:nvSpPr>
        <p:spPr bwMode="auto">
          <a:xfrm>
            <a:off x="18836640" y="17612161"/>
            <a:ext cx="14630400" cy="1554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814" tIns="41907" rIns="83814" bIns="41907">
            <a:norm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spcAft>
                <a:spcPts val="600"/>
              </a:spcAft>
            </a:pPr>
            <a:r>
              <a:rPr sz="1800">
                <a:latin typeface="Calibri"/>
              </a:rPr>
              <a:t>Figure 1. Representative axial CT for one patient: unperturbed image and each perturbation family at intermediate severity (top row), with corresponding difference maps (bottom row). Spatial-resolution loss visibly blurs tissue boundaries, whereas intensity-based perturbations preserve structural edges.</a:t>
            </a:r>
          </a:p>
        </p:txBody>
      </p:sp>
      <p:sp>
        <p:nvSpPr>
          <p:cNvPr id="2294" name="Text Box 246"/>
          <p:cNvSpPr txBox="1">
            <a:spLocks noChangeArrowheads="1"/>
          </p:cNvSpPr>
          <p:nvPr/>
        </p:nvSpPr>
        <p:spPr bwMode="auto">
          <a:xfrm>
            <a:off x="912813" y="5669280"/>
            <a:ext cx="658177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0"/>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dirty="0">
                <a:solidFill>
                  <a:schemeClr val="bg1"/>
                </a:solidFill>
                <a:latin typeface="Calibri" pitchFamily="34" charset="0"/>
              </a:rPr>
              <a:t>ABSTRACT</a:t>
            </a:r>
          </a:p>
        </p:txBody>
      </p:sp>
      <p:sp>
        <p:nvSpPr>
          <p:cNvPr id="2307" name="Text Box 259"/>
          <p:cNvSpPr txBox="1">
            <a:spLocks noChangeArrowheads="1"/>
          </p:cNvSpPr>
          <p:nvPr/>
        </p:nvSpPr>
        <p:spPr bwMode="auto">
          <a:xfrm>
            <a:off x="9194019" y="15710271"/>
            <a:ext cx="914082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209535" tIns="209535" rIns="209535" bIns="209535" anchor="ctr" anchorCtr="1">
            <a:norm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spcAft>
                <a:spcPts val="600"/>
              </a:spcAft>
            </a:pPr>
            <a:r>
              <a:rPr sz="5400" b="1">
                <a:latin typeface="Calibri"/>
              </a:rPr>
              <a:t>METHODS</a:t>
            </a:r>
          </a:p>
        </p:txBody>
      </p:sp>
      <p:sp>
        <p:nvSpPr>
          <p:cNvPr id="2309" name="Text Box 261"/>
          <p:cNvSpPr txBox="1">
            <a:spLocks noChangeArrowheads="1"/>
          </p:cNvSpPr>
          <p:nvPr/>
        </p:nvSpPr>
        <p:spPr bwMode="auto">
          <a:xfrm>
            <a:off x="32217159" y="20563698"/>
            <a:ext cx="914082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CONCLUSIONS</a:t>
            </a:r>
          </a:p>
        </p:txBody>
      </p:sp>
      <p:sp>
        <p:nvSpPr>
          <p:cNvPr id="2310" name="Text Box 262"/>
          <p:cNvSpPr txBox="1">
            <a:spLocks noChangeArrowheads="1"/>
          </p:cNvSpPr>
          <p:nvPr/>
        </p:nvSpPr>
        <p:spPr bwMode="auto">
          <a:xfrm>
            <a:off x="21805243" y="35675118"/>
            <a:ext cx="914082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REFERENCES</a:t>
            </a:r>
          </a:p>
        </p:txBody>
      </p:sp>
      <p:sp>
        <p:nvSpPr>
          <p:cNvPr id="2312" name="Text Box 264"/>
          <p:cNvSpPr txBox="1">
            <a:spLocks noChangeArrowheads="1"/>
          </p:cNvSpPr>
          <p:nvPr/>
        </p:nvSpPr>
        <p:spPr bwMode="auto">
          <a:xfrm>
            <a:off x="685800" y="30937200"/>
            <a:ext cx="658177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0"/>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dirty="0">
                <a:solidFill>
                  <a:schemeClr val="bg1"/>
                </a:solidFill>
                <a:latin typeface="Calibri" pitchFamily="34" charset="0"/>
              </a:rPr>
              <a:t>CONTACT</a:t>
            </a:r>
          </a:p>
        </p:txBody>
      </p:sp>
      <p:sp>
        <p:nvSpPr>
          <p:cNvPr id="2315" name="Text Box 267"/>
          <p:cNvSpPr txBox="1">
            <a:spLocks noChangeArrowheads="1"/>
          </p:cNvSpPr>
          <p:nvPr/>
        </p:nvSpPr>
        <p:spPr bwMode="auto">
          <a:xfrm>
            <a:off x="912813" y="6858000"/>
            <a:ext cx="6581775" cy="861774"/>
          </a:xfrm>
          <a:prstGeom prst="rect">
            <a:avLst/>
          </a:prstGeom>
          <a:solidFill>
            <a:schemeClr val="accent1">
              <a:lumMod val="75000"/>
            </a:schemeClr>
          </a:solidFill>
          <a:ln>
            <a:noFill/>
          </a:ln>
          <a:effectLst/>
        </p:spPr>
        <p:txBody>
          <a:bodyPr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fontAlgn="t">
              <a:lnSpc>
                <a:spcPct val="100000"/>
              </a:lnSpc>
              <a:buNone/>
            </a:pPr>
            <a:endParaRPr lang="en-US" sz="3200" dirty="0">
              <a:solidFill>
                <a:schemeClr val="bg1"/>
              </a:solidFill>
            </a:endParaRPr>
          </a:p>
        </p:txBody>
      </p:sp>
      <p:sp>
        <p:nvSpPr>
          <p:cNvPr id="2316" name="Text Box 268"/>
          <p:cNvSpPr txBox="1">
            <a:spLocks noChangeArrowheads="1"/>
          </p:cNvSpPr>
          <p:nvPr/>
        </p:nvSpPr>
        <p:spPr bwMode="auto">
          <a:xfrm>
            <a:off x="18826986" y="6858000"/>
            <a:ext cx="14709649" cy="4206240"/>
          </a:xfrm>
          <a:prstGeom prst="rect">
            <a:avLst/>
          </a:prstGeom>
          <a:solidFill>
            <a:schemeClr val="bg1"/>
          </a:solidFill>
          <a:ln>
            <a:noFill/>
          </a:ln>
          <a:effectLst/>
        </p:spPr>
        <p:txBody>
          <a:bodyPr wrap="square" lIns="182880" tIns="182880" rIns="182880" bIns="182880">
            <a:norm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marL="457200" lvl="0" indent="-457200" defTabSz="4023067" fontAlgn="auto">
              <a:spcBef>
                <a:spcPts val="0"/>
              </a:spcBef>
              <a:spcAft>
                <a:spcPts val="600"/>
              </a:spcAft>
              <a:buFont typeface="Arial" panose="020B0604020202020204" pitchFamily="34" charset="0"/>
              <a:buChar char="•"/>
            </a:pPr>
            <a:r>
              <a:rPr sz="2400">
                <a:latin typeface="Calibri"/>
              </a:rPr>
              <a:t>Four of five perturbation families left every DVH criterion below the 1.0 Gy visibility threshold across the full tested range. Spatial-resolution loss (P4) was the sole family to exceed it: the most affected criterion, larynx near-maximum dose, crossed 1.0 Gy at severity level L2 (2.0/1.0-voxel Gaussian blur) and reached 2.84 Gy at L4 (+18.2% DVH score). Bone-weighted HU calibration shift became measurable only at an implausible 1000 HU offset (0.61 Gy, below threshold). Acquisition noise, bias field, and dental artifacts did not exceed 0.34 Gy on any criterion, even beyond ACR-level severities.</a:t>
            </a:r>
          </a:p>
        </p:txBody>
      </p:sp>
      <p:sp>
        <p:nvSpPr>
          <p:cNvPr id="2317" name="Text Box 269"/>
          <p:cNvSpPr txBox="1">
            <a:spLocks noChangeArrowheads="1"/>
          </p:cNvSpPr>
          <p:nvPr/>
        </p:nvSpPr>
        <p:spPr bwMode="auto">
          <a:xfrm>
            <a:off x="34081287" y="6866513"/>
            <a:ext cx="5443450" cy="13250287"/>
          </a:xfrm>
          <a:prstGeom prst="rect">
            <a:avLst/>
          </a:prstGeom>
          <a:solidFill>
            <a:schemeClr val="bg1"/>
          </a:solidFill>
          <a:ln>
            <a:noFill/>
          </a:ln>
          <a:effectLst/>
        </p:spPr>
        <p:txBody>
          <a:bodyPr lIns="182880" tIns="182880" rIns="182880" bIns="182880" wrap="square">
            <a:norm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defTabSz="4023067" fontAlgn="auto">
              <a:spcBef>
                <a:spcPts val="0"/>
              </a:spcBef>
              <a:spcAft>
                <a:spcPts val="600"/>
              </a:spcAft>
            </a:pPr>
            <a:r>
              <a:rPr sz="2400">
                <a:latin typeface="Calibri"/>
              </a:rPr>
              <a:t>The model was robust to intensity-based CT variability, including acquisition noise, calibration drift, bias field, and dental artifacts, at severities beyond typical clinical ranges. These perturbations preserve the structural boundaries the network uses to localize anatomy.</a:t>
            </a:r>
          </a:p>
          <a:p>
            <a:pPr>
              <a:spcAft>
                <a:spcPts val="600"/>
              </a:spcAft>
            </a:pPr>
            <a:r>
              <a:rPr sz="2400">
                <a:latin typeface="Calibri"/>
              </a:rPr>
              <a:t>Spatial-resolution loss degrades this boundary information, producing spatially structured dose errors that increase approximately linearly with blur and appear first in geometrically complex structures such as the larynx, parotid glands, and mandible.</a:t>
            </a:r>
          </a:p>
          <a:p>
            <a:pPr>
              <a:spcAft>
                <a:spcPts val="600"/>
              </a:spcAft>
            </a:pPr>
            <a:r>
              <a:rPr sz="2400">
                <a:latin typeface="Calibri"/>
              </a:rPr>
              <a:t>Because realistic inter-scanner differences in slice thickness and reconstruction kernel span the severities at which resolution loss becomes clinically visible, spatial resolution, rather than intensity calibration, is the principal robustness concern for cross-institution deployment.</a:t>
            </a:r>
          </a:p>
        </p:txBody>
      </p:sp>
      <p:sp>
        <p:nvSpPr>
          <p:cNvPr id="2318" name="Text Box 270"/>
          <p:cNvSpPr txBox="1">
            <a:spLocks noChangeArrowheads="1"/>
          </p:cNvSpPr>
          <p:nvPr/>
        </p:nvSpPr>
        <p:spPr bwMode="auto">
          <a:xfrm>
            <a:off x="9194018" y="16803765"/>
            <a:ext cx="9140825" cy="5786199"/>
          </a:xfrm>
          <a:prstGeom prst="rect">
            <a:avLst/>
          </a:prstGeom>
          <a:solidFill>
            <a:schemeClr val="bg1"/>
          </a:solidFill>
          <a:ln>
            <a:noFill/>
          </a:ln>
          <a:effectLst/>
        </p:spPr>
        <p:txBody>
          <a:bodyPr lIns="182880" tIns="182880" rIns="182880" bIns="182880" wrap="square">
            <a:norm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defTabSz="4023067">
              <a:spcAft>
                <a:spcPts val="600"/>
              </a:spcAft>
            </a:pPr>
            <a:r>
              <a:rPr sz="2400">
                <a:latin typeface="Calibri"/>
              </a:rPr>
              <a:t>Dataset. The OpenKBP head-and-neck cohort (Babier et al., 2021) was used: 200 training and 40 test patients, each with a 128³ CT, ten organ-at-risk and target structures, and dose normalized to a 70 Gy prescription.</a:t>
            </a:r>
          </a:p>
          <a:p>
            <a:pPr>
              <a:spcAft>
                <a:spcPts val="600"/>
              </a:spcAft>
            </a:pPr>
            <a:r>
              <a:rPr sz="2400">
                <a:latin typeface="Calibri"/>
              </a:rPr>
              <a:t>Perturbations. Five families were applied to the test-input CT at five severity levels each (26 conditions total), with parameter ranges meeting or exceeding ACR CT-simulation quality-assurance limits: P1 heteroscedastic acquisition noise; P2 bone-weighted HU calibration shift; P3 low-frequency bias field; P4 anisotropic spatial-resolution loss; P5 dental metal streak artifacts.</a:t>
            </a:r>
          </a:p>
          <a:p>
            <a:pPr>
              <a:spcAft>
                <a:spcPts val="600"/>
              </a:spcAft>
            </a:pPr>
            <a:r>
              <a:rPr sz="2400">
                <a:latin typeface="Calibri"/>
              </a:rPr>
              <a:t>Analysis. Impact was quantified as the change in DVH metrics and voxel-wise mean absolute error relative to each patient's unperturbed prediction. A level was deemed clinically visible when the cohort-mean shift in any DVH criterion exceeded 1.0 Gy.</a:t>
            </a:r>
          </a:p>
        </p:txBody>
      </p:sp>
      <p:sp>
        <p:nvSpPr>
          <p:cNvPr id="2319" name="Text Box 271"/>
          <p:cNvSpPr txBox="1">
            <a:spLocks noChangeArrowheads="1"/>
          </p:cNvSpPr>
          <p:nvPr/>
        </p:nvSpPr>
        <p:spPr bwMode="auto">
          <a:xfrm>
            <a:off x="34081287" y="21660978"/>
            <a:ext cx="5598775" cy="12187952"/>
          </a:xfrm>
          <a:prstGeom prst="rect">
            <a:avLst/>
          </a:prstGeom>
          <a:solidFill>
            <a:schemeClr val="bg1"/>
          </a:solidFill>
          <a:ln>
            <a:noFill/>
          </a:ln>
          <a:effectLst/>
        </p:spPr>
        <p:txBody>
          <a:bodyPr wrap="square" lIns="182880" tIns="182880" rIns="182880" bIns="182880">
            <a:norm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defTabSz="4023067" fontAlgn="auto">
              <a:spcBef>
                <a:spcPts val="0"/>
              </a:spcBef>
              <a:spcAft>
                <a:spcPts val="600"/>
              </a:spcAft>
            </a:pPr>
            <a:r>
              <a:rPr sz="2400">
                <a:latin typeface="Calibri"/>
              </a:rPr>
              <a:t>A head-and-neck deep-learning dose prediction model tolerates clinically realistic intensity-based CT perturbations but is systematically sensitive to spatial-resolution degradation, which becomes clinically visible within the range of realistic inter-scanner variation.</a:t>
            </a:r>
          </a:p>
          <a:p>
            <a:pPr>
              <a:spcAft>
                <a:spcPts val="600"/>
              </a:spcAft>
            </a:pPr>
            <a:r>
              <a:rPr sz="2400">
                <a:latin typeface="Calibri"/>
              </a:rPr>
              <a:t>Multi-institution quality assurance should prioritize CT spatial-resolution and reconstruction-kernel consistency, and dose-based rather than image-quality metrics should be used to assess CBCT and synthetic-CT suitability.</a:t>
            </a:r>
          </a:p>
        </p:txBody>
      </p:sp>
      <p:sp>
        <p:nvSpPr>
          <p:cNvPr id="2320" name="Text Box 272"/>
          <p:cNvSpPr txBox="1">
            <a:spLocks noChangeArrowheads="1"/>
          </p:cNvSpPr>
          <p:nvPr/>
        </p:nvSpPr>
        <p:spPr bwMode="auto">
          <a:xfrm>
            <a:off x="9194018" y="6864260"/>
            <a:ext cx="9140825" cy="8418330"/>
          </a:xfrm>
          <a:prstGeom prst="rect">
            <a:avLst/>
          </a:prstGeom>
          <a:solidFill>
            <a:schemeClr val="bg1"/>
          </a:solidFill>
          <a:ln>
            <a:noFill/>
          </a:ln>
          <a:effectLst/>
        </p:spPr>
        <p:txBody>
          <a:bodyPr lIns="182880" tIns="182880" rIns="182880" bIns="182880" wrap="square">
            <a:norm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a:lnSpc>
                <a:spcPct val="115000"/>
              </a:lnSpc>
              <a:spcBef>
                <a:spcPts val="1200"/>
              </a:spcBef>
              <a:spcAft>
                <a:spcPts val="600"/>
              </a:spcAft>
            </a:pPr>
            <a:r>
              <a:rPr sz="2400">
                <a:latin typeface="Calibri"/>
              </a:rPr>
              <a:t>Deep-learning dose prediction is increasingly used to support automated and adaptive treatment planning. A model trained at one institution must generalize to CT images acquired under different conditions, including variation in scanner hardware, reconstruction kernel, dose level, and imaging artifacts. In contrast to worst-case adversarial perturbations, these represent benign, physically plausible sources of image variability.</a:t>
            </a:r>
          </a:p>
          <a:p>
            <a:pPr>
              <a:spcAft>
                <a:spcPts val="600"/>
              </a:spcAft>
            </a:pPr>
            <a:r>
              <a:rPr sz="2400">
                <a:latin typeface="Calibri"/>
              </a:rPr>
              <a:t>This study characterizes the sensitivity of a head-and-neck dose prediction model to five families of clinically realistic CT perturbations and determines the severity at which each produces clinically significant changes in predicted dose, in order to identify the CT image-quality factors relevant to safe multi-institution deployment.</a:t>
            </a:r>
          </a:p>
        </p:txBody>
      </p:sp>
      <p:sp>
        <p:nvSpPr>
          <p:cNvPr id="2321" name="Text Box 273"/>
          <p:cNvSpPr txBox="1">
            <a:spLocks noChangeArrowheads="1"/>
          </p:cNvSpPr>
          <p:nvPr/>
        </p:nvSpPr>
        <p:spPr bwMode="auto">
          <a:xfrm>
            <a:off x="19144936" y="36772398"/>
            <a:ext cx="14359711" cy="1846659"/>
          </a:xfrm>
          <a:prstGeom prst="rect">
            <a:avLst/>
          </a:prstGeom>
          <a:solidFill>
            <a:schemeClr val="bg1"/>
          </a:solidFill>
          <a:ln>
            <a:noFill/>
          </a:ln>
          <a:effectLst/>
        </p:spPr>
        <p:txBody>
          <a:bodyPr wrap="square" lIns="182880" tIns="182880" rIns="182880" bIns="182880">
            <a:normAutofit/>
          </a:bodyPr>
          <a:lstStyle>
            <a:lvl1pPr marL="419100" indent="-419100" defTabSz="838200">
              <a:defRPr>
                <a:solidFill>
                  <a:schemeClr val="tx1"/>
                </a:solidFill>
                <a:latin typeface="Arial" pitchFamily="34" charset="0"/>
              </a:defRPr>
            </a:lvl1pPr>
            <a:lvl2pPr marL="890588" indent="-314325" defTabSz="838200">
              <a:defRPr>
                <a:solidFill>
                  <a:schemeClr val="tx1"/>
                </a:solidFill>
                <a:latin typeface="Arial" pitchFamily="34" charset="0"/>
              </a:defRPr>
            </a:lvl2pPr>
            <a:lvl3pPr marL="1309688" indent="-314325" defTabSz="838200">
              <a:defRPr>
                <a:solidFill>
                  <a:schemeClr val="tx1"/>
                </a:solidFill>
                <a:latin typeface="Arial" pitchFamily="34" charset="0"/>
              </a:defRPr>
            </a:lvl3pPr>
            <a:lvl4pPr marL="1728788" indent="-314325" defTabSz="838200">
              <a:defRPr>
                <a:solidFill>
                  <a:schemeClr val="tx1"/>
                </a:solidFill>
                <a:latin typeface="Arial" pitchFamily="34" charset="0"/>
              </a:defRPr>
            </a:lvl4pPr>
            <a:lvl5pPr marL="2147888" indent="-314325" defTabSz="838200">
              <a:defRPr>
                <a:solidFill>
                  <a:schemeClr val="tx1"/>
                </a:solidFill>
                <a:latin typeface="Arial" pitchFamily="34" charset="0"/>
              </a:defRPr>
            </a:lvl5pPr>
            <a:lvl6pPr marL="2605088" indent="-314325" defTabSz="838200" fontAlgn="base">
              <a:spcBef>
                <a:spcPct val="0"/>
              </a:spcBef>
              <a:spcAft>
                <a:spcPct val="0"/>
              </a:spcAft>
              <a:defRPr>
                <a:solidFill>
                  <a:schemeClr val="tx1"/>
                </a:solidFill>
                <a:latin typeface="Arial" pitchFamily="34" charset="0"/>
              </a:defRPr>
            </a:lvl6pPr>
            <a:lvl7pPr marL="3062288" indent="-314325" defTabSz="838200" fontAlgn="base">
              <a:spcBef>
                <a:spcPct val="0"/>
              </a:spcBef>
              <a:spcAft>
                <a:spcPct val="0"/>
              </a:spcAft>
              <a:defRPr>
                <a:solidFill>
                  <a:schemeClr val="tx1"/>
                </a:solidFill>
                <a:latin typeface="Arial" pitchFamily="34" charset="0"/>
              </a:defRPr>
            </a:lvl7pPr>
            <a:lvl8pPr marL="3519488" indent="-314325" defTabSz="838200" fontAlgn="base">
              <a:spcBef>
                <a:spcPct val="0"/>
              </a:spcBef>
              <a:spcAft>
                <a:spcPct val="0"/>
              </a:spcAft>
              <a:defRPr>
                <a:solidFill>
                  <a:schemeClr val="tx1"/>
                </a:solidFill>
                <a:latin typeface="Arial" pitchFamily="34" charset="0"/>
              </a:defRPr>
            </a:lvl8pPr>
            <a:lvl9pPr marL="3976688" indent="-314325" defTabSz="838200" fontAlgn="base">
              <a:spcBef>
                <a:spcPct val="0"/>
              </a:spcBef>
              <a:spcAft>
                <a:spcPct val="0"/>
              </a:spcAft>
              <a:defRPr>
                <a:solidFill>
                  <a:schemeClr val="tx1"/>
                </a:solidFill>
                <a:latin typeface="Arial" pitchFamily="34" charset="0"/>
              </a:defRPr>
            </a:lvl9pPr>
          </a:lstStyle>
          <a:p>
            <a:pPr marL="457200" indent="-457200">
              <a:spcAft>
                <a:spcPts val="600"/>
              </a:spcAft>
              <a:buFont typeface="+mj-lt"/>
              <a:buAutoNum type="arabicPeriod"/>
            </a:pPr>
            <a:r>
              <a:rPr sz="2000">
                <a:latin typeface="Calibri"/>
              </a:rPr>
              <a:t>1. Babier A, Mahon R, McNiven A, Diamant A, Chan TCY. Med Phys. 2021;48:4932-4948 (OpenKBP).</a:t>
            </a:r>
          </a:p>
          <a:p>
            <a:pPr>
              <a:spcAft>
                <a:spcPts val="600"/>
              </a:spcAft>
            </a:pPr>
            <a:r>
              <a:rPr sz="2000">
                <a:latin typeface="Calibri"/>
              </a:rPr>
              <a:t>2. Gao Y, et al. Phys Med Biol. 2025;70:115006.</a:t>
            </a:r>
          </a:p>
          <a:p>
            <a:pPr>
              <a:spcAft>
                <a:spcPts val="600"/>
              </a:spcAft>
            </a:pPr>
            <a:r>
              <a:rPr sz="2000">
                <a:latin typeface="Calibri"/>
              </a:rPr>
              <a:t>3. American College of Radiology. CT Quality Control and Accreditation guidelines.</a:t>
            </a:r>
          </a:p>
        </p:txBody>
      </p:sp>
      <p:sp>
        <p:nvSpPr>
          <p:cNvPr id="2322" name="Text Box 274"/>
          <p:cNvSpPr txBox="1">
            <a:spLocks noChangeArrowheads="1"/>
          </p:cNvSpPr>
          <p:nvPr/>
        </p:nvSpPr>
        <p:spPr bwMode="auto">
          <a:xfrm>
            <a:off x="723901" y="32088931"/>
            <a:ext cx="7667624" cy="2573338"/>
          </a:xfrm>
          <a:prstGeom prst="rect">
            <a:avLst/>
          </a:prstGeom>
          <a:solidFill>
            <a:schemeClr val="accent1">
              <a:lumMod val="75000"/>
            </a:schemeClr>
          </a:solidFill>
          <a:ln>
            <a:noFill/>
          </a:ln>
          <a:effectLst/>
        </p:spPr>
        <p:txBody>
          <a:bodyPr lIns="182880" tIns="182880" rIns="182880" bIns="182880"/>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r>
              <a:rPr lang="en-US" sz="4000" dirty="0">
                <a:solidFill>
                  <a:schemeClr val="bg1"/>
                </a:solidFill>
                <a:latin typeface="+mn-lt"/>
              </a:rPr>
              <a:t>Birjoo Vaishnav, PhD, DABR</a:t>
            </a:r>
          </a:p>
          <a:p>
            <a:endParaRPr lang="en-US" sz="4000" dirty="0">
              <a:solidFill>
                <a:schemeClr val="bg1"/>
              </a:solidFill>
              <a:latin typeface="+mn-lt"/>
            </a:endParaRPr>
          </a:p>
          <a:p>
            <a:r>
              <a:rPr lang="en-US" sz="4000" dirty="0">
                <a:solidFill>
                  <a:schemeClr val="bg1"/>
                </a:solidFill>
                <a:latin typeface="+mn-lt"/>
              </a:rPr>
              <a:t>University of Maryland School of Medicine, </a:t>
            </a:r>
          </a:p>
          <a:p>
            <a:r>
              <a:rPr lang="en-US" sz="4000" dirty="0">
                <a:solidFill>
                  <a:schemeClr val="bg1"/>
                </a:solidFill>
                <a:latin typeface="+mn-lt"/>
              </a:rPr>
              <a:t>Baltimore MD </a:t>
            </a:r>
          </a:p>
          <a:p>
            <a:endParaRPr lang="en-US" sz="4000" dirty="0">
              <a:solidFill>
                <a:schemeClr val="bg1"/>
              </a:solidFill>
              <a:latin typeface="+mn-lt"/>
            </a:endParaRPr>
          </a:p>
          <a:p>
            <a:r>
              <a:rPr lang="en-US" sz="4000" dirty="0">
                <a:solidFill>
                  <a:schemeClr val="bg1"/>
                </a:solidFill>
                <a:latin typeface="+mn-lt"/>
                <a:hlinkClick r:id="rId2">
                  <a:extLst>
                    <a:ext uri="{A12FA001-AC4F-418D-AE19-62706E023703}">
                      <ahyp:hlinkClr xmlns:ahyp="http://schemas.microsoft.com/office/drawing/2018/hyperlinkcolor" val="tx"/>
                    </a:ext>
                  </a:extLst>
                </a:hlinkClick>
              </a:rPr>
              <a:t>bvaishnav@som.umaryland.edu</a:t>
            </a:r>
            <a:r>
              <a:rPr lang="en-US" sz="4000" dirty="0">
                <a:solidFill>
                  <a:schemeClr val="bg1"/>
                </a:solidFill>
                <a:latin typeface="+mn-lt"/>
              </a:rPr>
              <a:t>	</a:t>
            </a:r>
          </a:p>
          <a:p>
            <a:endParaRPr lang="en-US" sz="4000" dirty="0">
              <a:solidFill>
                <a:schemeClr val="bg1"/>
              </a:solidFill>
              <a:latin typeface="+mn-lt"/>
            </a:endParaRPr>
          </a:p>
          <a:p>
            <a:r>
              <a:rPr lang="en-US" sz="4000" dirty="0">
                <a:solidFill>
                  <a:schemeClr val="bg1"/>
                </a:solidFill>
                <a:latin typeface="+mn-lt"/>
              </a:rPr>
              <a:t>410-427-2039(o)</a:t>
            </a:r>
          </a:p>
          <a:p>
            <a:endParaRPr lang="en-US" sz="4000" dirty="0">
              <a:solidFill>
                <a:schemeClr val="bg1"/>
              </a:solidFill>
              <a:latin typeface="+mn-lt"/>
            </a:endParaRPr>
          </a:p>
        </p:txBody>
      </p:sp>
      <p:sp>
        <p:nvSpPr>
          <p:cNvPr id="2288" name="Text Box 240"/>
          <p:cNvSpPr txBox="1">
            <a:spLocks noChangeArrowheads="1"/>
          </p:cNvSpPr>
          <p:nvPr/>
        </p:nvSpPr>
        <p:spPr bwMode="auto">
          <a:xfrm>
            <a:off x="18836640" y="25338841"/>
            <a:ext cx="14630400" cy="1554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814" tIns="41907" rIns="83814" bIns="41907">
            <a:norm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spcAft>
                <a:spcPts val="600"/>
              </a:spcAft>
            </a:pPr>
            <a:r>
              <a:rPr sz="1800">
                <a:latin typeface="Calibri"/>
              </a:rPr>
              <a:t>Figure 2. Maximum per-criterion DVH shift versus perturbation severity for each family; the dashed line marks the 1.0 Gy clinical-visibility threshold. Spatial-resolution loss (P4) crosses the threshold between levels L1 and L2; all other families remain near zero.</a:t>
            </a:r>
          </a:p>
        </p:txBody>
      </p:sp>
      <p:sp>
        <p:nvSpPr>
          <p:cNvPr id="12" name="Google Shape;54;p13">
            <a:extLst>
              <a:ext uri="{FF2B5EF4-FFF2-40B4-BE49-F238E27FC236}">
                <a16:creationId xmlns:a16="http://schemas.microsoft.com/office/drawing/2014/main" id="{8D1FB11F-E15B-3CB7-358B-623C9D0D2437}"/>
              </a:ext>
            </a:extLst>
          </p:cNvPr>
          <p:cNvSpPr txBox="1"/>
          <p:nvPr/>
        </p:nvSpPr>
        <p:spPr>
          <a:xfrm>
            <a:off x="8776811" y="137307"/>
            <a:ext cx="31089600" cy="4458300"/>
          </a:xfrm>
          <a:prstGeom prst="rect">
            <a:avLst/>
          </a:prstGeom>
          <a:noFill/>
          <a:ln>
            <a:noFill/>
          </a:ln>
        </p:spPr>
        <p:txBody>
          <a:bodyPr spcFirstLastPara="1" wrap="square" lIns="91425" tIns="91425" rIns="91425" bIns="91425" anchor="t" anchorCtr="0">
            <a:normAutofit/>
          </a:bodyPr>
          <a:lstStyle/>
          <a:p>
            <a:pPr marL="0" lvl="0" indent="0" algn="ctr" rtl="0">
              <a:spcBef>
                <a:spcPts val="0"/>
              </a:spcBef>
              <a:spcAft>
                <a:spcPts val="600"/>
              </a:spcAft>
              <a:buNone/>
            </a:pPr>
            <a:r>
              <a:rPr sz="6000">
                <a:latin typeface="Calibri"/>
              </a:rPr>
              <a:t>Assessing the Generalizability and Robustness of Deep-Learning Dose Prediction in Head-and-Neck Radiotherapy to Clinically Realistic CT Perturbations</a:t>
            </a:r>
            <a:endParaRPr sz="8000" b="1" dirty="0">
              <a:solidFill>
                <a:schemeClr val="bg1"/>
              </a:solidFill>
            </a:endParaRPr>
          </a:p>
        </p:txBody>
      </p:sp>
      <p:sp>
        <p:nvSpPr>
          <p:cNvPr id="15" name="TextBox 14">
            <a:extLst>
              <a:ext uri="{FF2B5EF4-FFF2-40B4-BE49-F238E27FC236}">
                <a16:creationId xmlns:a16="http://schemas.microsoft.com/office/drawing/2014/main" id="{F9B534B6-3ABC-312F-3486-D077B2A3C071}"/>
              </a:ext>
            </a:extLst>
          </p:cNvPr>
          <p:cNvSpPr txBox="1"/>
          <p:nvPr/>
        </p:nvSpPr>
        <p:spPr>
          <a:xfrm>
            <a:off x="799306" y="7386722"/>
            <a:ext cx="6612107" cy="13388280"/>
          </a:xfrm>
          <a:prstGeom prst="rect">
            <a:avLst/>
          </a:prstGeom>
          <a:noFill/>
        </p:spPr>
        <p:txBody>
          <a:bodyPr wrap="square">
            <a:normAutofit/>
          </a:bodyPr>
          <a:lstStyle/>
          <a:p>
            <a:pPr>
              <a:spcAft>
                <a:spcPts val="600"/>
              </a:spcAft>
            </a:pPr>
            <a:r>
              <a:rPr sz="2400">
                <a:latin typeface="Calibri"/>
              </a:rPr>
              <a:t>Purpose. Deep-learning dose prediction models are increasingly deployed across institutions, where they encounter CT images from different scanners, reconstruction kernels, and acquisition protocols. This study quantifies the robustness of a head-and-neck dose prediction model to five families of clinically realistic CT perturbations and identifies the image-quality factors that materially affect predicted dose.</a:t>
            </a:r>
          </a:p>
          <a:p>
            <a:pPr>
              <a:spcAft>
                <a:spcPts val="600"/>
              </a:spcAft>
            </a:pPr>
            <a:r>
              <a:rPr sz="2400">
                <a:latin typeface="Calibri"/>
              </a:rPr>
              <a:t>Methods. A 3D U-Net dose predictor was evaluated on 40 test patients under 26 CT conditions spanning acquisition noise, HU calibration shift, low-frequency bias field, spatial-resolution loss, and dental streak artifacts, at severities meeting or exceeding ACR CT-simulation quality-assurance limits. A perturbation level was defined as clinically visible when the cohort-mean change in any dose-volume-histogram (DVH) criterion exceeded 1.0 Gy relative to each patient's unperturbed prediction.</a:t>
            </a:r>
          </a:p>
          <a:p>
            <a:pPr>
              <a:spcAft>
                <a:spcPts val="600"/>
              </a:spcAft>
            </a:pPr>
            <a:r>
              <a:rPr sz="2400">
                <a:latin typeface="Calibri"/>
              </a:rPr>
              <a:t>Results. Four of five perturbation families produced no clinically visible change at any tested severity. Spatial-resolution degradation was the only family to exceed the 1.0 Gy threshold, reaching 2.84 Gy at the larynx (+18.2% DVH score) at the highest severity.</a:t>
            </a:r>
          </a:p>
          <a:p>
            <a:pPr>
              <a:spcAft>
                <a:spcPts val="600"/>
              </a:spcAft>
            </a:pPr>
            <a:r>
              <a:rPr sz="2400">
                <a:latin typeface="Calibri"/>
              </a:rPr>
              <a:t>Conclusions. The model is robust to intensity-based CT variability but sensitive to spatial-resolution loss. Multi-institution quality assurance should prioritize CT spatial-resolution and reconstruction-kernel consistency.</a:t>
            </a:r>
          </a:p>
        </p:txBody>
      </p:sp>
      <p:sp>
        <p:nvSpPr>
          <p:cNvPr id="20" name="Text Box 270">
            <a:extLst>
              <a:ext uri="{FF2B5EF4-FFF2-40B4-BE49-F238E27FC236}">
                <a16:creationId xmlns:a16="http://schemas.microsoft.com/office/drawing/2014/main" id="{B34BC91E-8F25-D0D6-5271-0EFD9AD77C6D}"/>
              </a:ext>
            </a:extLst>
          </p:cNvPr>
          <p:cNvSpPr txBox="1">
            <a:spLocks noChangeArrowheads="1"/>
          </p:cNvSpPr>
          <p:nvPr/>
        </p:nvSpPr>
        <p:spPr bwMode="auto">
          <a:xfrm>
            <a:off x="9194018" y="22855740"/>
            <a:ext cx="9140825" cy="4370427"/>
          </a:xfrm>
          <a:prstGeom prst="rect">
            <a:avLst/>
          </a:prstGeom>
          <a:solidFill>
            <a:schemeClr val="bg1"/>
          </a:solidFill>
          <a:ln>
            <a:noFill/>
          </a:ln>
          <a:effectLst/>
        </p:spPr>
        <p:txBody>
          <a:bodyPr lIns="182880" tIns="182880" rIns="182880" bIns="182880" wrap="square">
            <a:norm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defTabSz="4023067" fontAlgn="auto">
              <a:spcBef>
                <a:spcPts val="0"/>
              </a:spcBef>
              <a:spcAft>
                <a:spcPts val="600"/>
              </a:spcAft>
            </a:pPr>
            <a:r>
              <a:rPr sz="2200">
                <a:latin typeface="Calibri"/>
              </a:rPr>
              <a:t>Model. A 3D U-Net with squeeze-and-excitation blocks was trained with a masked mean-absolute-error loss and 4× planning-target-volume weighting (baseline DVH score 2.54; dose score 3.73 Gy).</a:t>
            </a:r>
          </a:p>
        </p:txBody>
      </p:sp>
      <p:pic>
        <p:nvPicPr>
          <p:cNvPr id="22" name="Picture 21">
            <a:extLst>
              <a:ext uri="{FF2B5EF4-FFF2-40B4-BE49-F238E27FC236}">
                <a16:creationId xmlns:a16="http://schemas.microsoft.com/office/drawing/2014/main" id="{99E27DA8-8036-E964-C2E8-16E5897C27E5}"/>
              </a:ext>
            </a:extLst>
          </p:cNvPr>
          <p:cNvPicPr>
            <a:picLocks noChangeAspect="1"/>
          </p:cNvPicPr>
          <p:nvPr/>
        </p:nvPicPr>
        <p:blipFill>
          <a:blip r:embed="rId6"/>
          <a:stretch>
            <a:fillRect/>
          </a:stretch>
        </p:blipFill>
        <p:spPr>
          <a:xfrm>
            <a:off x="11226787" y="27491943"/>
            <a:ext cx="5075291" cy="3383528"/>
          </a:xfrm>
          <a:prstGeom prst="rect">
            <a:avLst/>
          </a:prstGeom>
        </p:spPr>
      </p:pic>
      <p:sp>
        <p:nvSpPr>
          <p:cNvPr id="25" name="Text Box 270">
            <a:extLst>
              <a:ext uri="{FF2B5EF4-FFF2-40B4-BE49-F238E27FC236}">
                <a16:creationId xmlns:a16="http://schemas.microsoft.com/office/drawing/2014/main" id="{574AC1F3-E930-19E2-B337-61F60AFE7964}"/>
              </a:ext>
            </a:extLst>
          </p:cNvPr>
          <p:cNvSpPr txBox="1">
            <a:spLocks noChangeArrowheads="1"/>
          </p:cNvSpPr>
          <p:nvPr/>
        </p:nvSpPr>
        <p:spPr bwMode="auto">
          <a:xfrm>
            <a:off x="9391938" y="31053848"/>
            <a:ext cx="9114321" cy="2769989"/>
          </a:xfrm>
          <a:prstGeom prst="rect">
            <a:avLst/>
          </a:prstGeom>
          <a:solidFill>
            <a:schemeClr val="bg1"/>
          </a:solidFill>
          <a:ln>
            <a:noFill/>
          </a:ln>
          <a:effectLst/>
        </p:spPr>
        <p:txBody>
          <a:bodyPr wrap="square" lIns="182880" tIns="182880" rIns="182880" bIns="182880">
            <a:norm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defTabSz="4023067" fontAlgn="auto">
              <a:spcBef>
                <a:spcPts val="0"/>
              </a:spcBef>
              <a:spcAft>
                <a:spcPts val="600"/>
              </a:spcAft>
            </a:pPr>
            <a:r>
              <a:rPr sz="2200">
                <a:latin typeface="Calibri"/>
              </a:rPr>
              <a:t/>
            </a:r>
          </a:p>
        </p:txBody>
      </p:sp>
      <p:sp>
        <p:nvSpPr>
          <p:cNvPr id="33" name="TextBox 32">
            <a:extLst>
              <a:ext uri="{FF2B5EF4-FFF2-40B4-BE49-F238E27FC236}">
                <a16:creationId xmlns:a16="http://schemas.microsoft.com/office/drawing/2014/main" id="{EC49BD40-4A26-C58E-95ED-7B3FC4B1A795}"/>
              </a:ext>
            </a:extLst>
          </p:cNvPr>
          <p:cNvSpPr txBox="1"/>
          <p:nvPr/>
        </p:nvSpPr>
        <p:spPr>
          <a:xfrm rot="16200000">
            <a:off x="11583613" y="36109475"/>
            <a:ext cx="4730973" cy="369332"/>
          </a:xfrm>
          <a:prstGeom prst="rect">
            <a:avLst/>
          </a:prstGeom>
          <a:noFill/>
        </p:spPr>
        <p:txBody>
          <a:bodyPr wrap="square" rtlCol="0">
            <a:normAutofit/>
          </a:bodyPr>
          <a:lstStyle/>
          <a:p>
            <a:pPr>
              <a:spcAft>
                <a:spcPts val="600"/>
              </a:spcAft>
            </a:pPr>
            <a:r>
              <a:rPr sz="1800">
                <a:latin typeface="Calibri"/>
              </a:rPr>
              <a:t/>
            </a:r>
          </a:p>
        </p:txBody>
      </p:sp>
      <p:sp>
        <p:nvSpPr>
          <p:cNvPr id="8" name="Text Box 240">
            <a:extLst>
              <a:ext uri="{FF2B5EF4-FFF2-40B4-BE49-F238E27FC236}">
                <a16:creationId xmlns:a16="http://schemas.microsoft.com/office/drawing/2014/main" id="{DB860B86-FB67-CA92-C14D-789C68C9A36B}"/>
              </a:ext>
            </a:extLst>
          </p:cNvPr>
          <p:cNvSpPr txBox="1">
            <a:spLocks noChangeArrowheads="1"/>
          </p:cNvSpPr>
          <p:nvPr/>
        </p:nvSpPr>
        <p:spPr bwMode="auto">
          <a:xfrm>
            <a:off x="18836640" y="33166922"/>
            <a:ext cx="14630400" cy="1554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814" tIns="41907" rIns="83814" bIns="41907">
            <a:norm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spcAft>
                <a:spcPts val="600"/>
              </a:spcAft>
            </a:pPr>
            <a:r>
              <a:rPr sz="1800">
                <a:latin typeface="Calibri"/>
              </a:rPr>
              <a:t>Figure 3. Predicted dose (top row) and difference-from-baseline maps (bottom row) for each perturbation family. Spatial-resolution loss produces spatially structured dose errors concentrated at organ boundaries; other families produce negligible change.</a:t>
            </a:r>
          </a:p>
        </p:txBody>
      </p:sp>
      <p:sp>
        <p:nvSpPr>
          <p:cNvPr id="26" name="Text Box 261">
            <a:extLst>
              <a:ext uri="{FF2B5EF4-FFF2-40B4-BE49-F238E27FC236}">
                <a16:creationId xmlns:a16="http://schemas.microsoft.com/office/drawing/2014/main" id="{D880AB77-8003-B5DA-C07F-52EBF4A8BFD0}"/>
              </a:ext>
            </a:extLst>
          </p:cNvPr>
          <p:cNvSpPr txBox="1">
            <a:spLocks noChangeArrowheads="1"/>
          </p:cNvSpPr>
          <p:nvPr/>
        </p:nvSpPr>
        <p:spPr bwMode="auto">
          <a:xfrm>
            <a:off x="32217160" y="34378727"/>
            <a:ext cx="9140825"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FUTURE WORK</a:t>
            </a:r>
          </a:p>
        </p:txBody>
      </p:sp>
      <p:sp>
        <p:nvSpPr>
          <p:cNvPr id="29" name="Text Box 271">
            <a:extLst>
              <a:ext uri="{FF2B5EF4-FFF2-40B4-BE49-F238E27FC236}">
                <a16:creationId xmlns:a16="http://schemas.microsoft.com/office/drawing/2014/main" id="{2C80FD7E-D22D-80AA-4CB2-2E4ED7A71A51}"/>
              </a:ext>
            </a:extLst>
          </p:cNvPr>
          <p:cNvSpPr txBox="1">
            <a:spLocks noChangeArrowheads="1"/>
          </p:cNvSpPr>
          <p:nvPr/>
        </p:nvSpPr>
        <p:spPr bwMode="auto">
          <a:xfrm>
            <a:off x="34022432" y="35736709"/>
            <a:ext cx="5598775" cy="2831544"/>
          </a:xfrm>
          <a:prstGeom prst="rect">
            <a:avLst/>
          </a:prstGeom>
          <a:solidFill>
            <a:schemeClr val="bg1"/>
          </a:solidFill>
          <a:ln>
            <a:noFill/>
          </a:ln>
          <a:effectLst/>
        </p:spPr>
        <p:txBody>
          <a:bodyPr wrap="square" lIns="182880" tIns="182880" rIns="182880" bIns="182880">
            <a:norm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defTabSz="4023067" fontAlgn="auto">
              <a:spcBef>
                <a:spcPts val="0"/>
              </a:spcBef>
              <a:spcAft>
                <a:spcPts val="600"/>
              </a:spcAft>
            </a:pPr>
            <a:r>
              <a:rPr sz="2400">
                <a:latin typeface="Calibri"/>
              </a:rPr>
              <a:t>Planned extensions include CBCT-characteristic degradations (scatter and cupping, ring artifacts, limited-field-of-view truncation) to establish commissioning tolerances for online adaptive radiotherapy; distribution-free (conformal) and certified per-patient DVH prediction intervals under bounded CT perturbation; and training-time augmentation to improve resolution robustness.</a:t>
            </a:r>
          </a:p>
        </p:txBody>
      </p:sp>
      <p:pic>
        <p:nvPicPr>
          <p:cNvPr id="2323" name="Picture 2322" descr="ct_slices.png"/>
          <p:cNvPicPr>
            <a:picLocks noChangeAspect="1"/>
          </p:cNvPicPr>
          <p:nvPr/>
        </p:nvPicPr>
        <p:blipFill>
          <a:blip r:embed="rId11"/>
          <a:stretch>
            <a:fillRect/>
          </a:stretch>
        </p:blipFill>
        <p:spPr>
          <a:xfrm>
            <a:off x="18836640" y="11521440"/>
            <a:ext cx="14630400" cy="5999281"/>
          </a:xfrm>
          <a:prstGeom prst="rect">
            <a:avLst/>
          </a:prstGeom>
        </p:spPr>
      </p:pic>
      <p:pic>
        <p:nvPicPr>
          <p:cNvPr id="2324" name="Picture 2323" descr="fig_panel5_maxcrit_gy.png"/>
          <p:cNvPicPr>
            <a:picLocks noChangeAspect="1"/>
          </p:cNvPicPr>
          <p:nvPr/>
        </p:nvPicPr>
        <p:blipFill>
          <a:blip r:embed="rId12"/>
          <a:stretch>
            <a:fillRect/>
          </a:stretch>
        </p:blipFill>
        <p:spPr>
          <a:xfrm>
            <a:off x="21351240" y="19349521"/>
            <a:ext cx="9601200" cy="5897880"/>
          </a:xfrm>
          <a:prstGeom prst="rect">
            <a:avLst/>
          </a:prstGeom>
        </p:spPr>
      </p:pic>
      <p:pic>
        <p:nvPicPr>
          <p:cNvPr id="2325" name="Picture 2324" descr="dose_difference_maps.png"/>
          <p:cNvPicPr>
            <a:picLocks noChangeAspect="1"/>
          </p:cNvPicPr>
          <p:nvPr/>
        </p:nvPicPr>
        <p:blipFill>
          <a:blip r:embed="rId13"/>
          <a:stretch>
            <a:fillRect/>
          </a:stretch>
        </p:blipFill>
        <p:spPr>
          <a:xfrm>
            <a:off x="18836640" y="27076201"/>
            <a:ext cx="14630400" cy="599928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4154</TotalTime>
  <Words>1027</Words>
  <Application>Microsoft Office PowerPoint</Application>
  <PresentationFormat>Custom</PresentationFormat>
  <Paragraphs>68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Genigraphics 800.790.4001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44x44</dc:title>
  <dc:creator>Genigraphics 800.790.4001</dc:creator>
  <dc:description>To order poster prints visit us at www.genigraphics.com</dc:description>
  <cp:lastModifiedBy>Vaishnav, Birjoo</cp:lastModifiedBy>
  <cp:revision>60</cp:revision>
  <cp:lastPrinted>2026-07-17T20:33:41Z</cp:lastPrinted>
  <dcterms:created xsi:type="dcterms:W3CDTF">2008-05-03T03:01:56Z</dcterms:created>
  <dcterms:modified xsi:type="dcterms:W3CDTF">2026-07-17T20:35:00Z</dcterms:modified>
</cp:coreProperties>
</file>